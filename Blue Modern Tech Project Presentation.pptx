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ontserrat Ultra-Bold" charset="1" panose="00000900000000000000"/>
      <p:regular r:id="rId16"/>
    </p:embeddedFont>
    <p:embeddedFont>
      <p:font typeface="Montserrat" charset="1" panose="00000500000000000000"/>
      <p:regular r:id="rId17"/>
    </p:embeddedFont>
    <p:embeddedFont>
      <p:font typeface="Montserrat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580528" y="5143500"/>
            <a:ext cx="6374432" cy="5431548"/>
          </a:xfrm>
          <a:custGeom>
            <a:avLst/>
            <a:gdLst/>
            <a:ahLst/>
            <a:cxnLst/>
            <a:rect r="r" b="b" t="t" l="l"/>
            <a:pathLst>
              <a:path h="5431548" w="6374432">
                <a:moveTo>
                  <a:pt x="0" y="0"/>
                </a:moveTo>
                <a:lnTo>
                  <a:pt x="6374432" y="0"/>
                </a:lnTo>
                <a:lnTo>
                  <a:pt x="6374432" y="5431548"/>
                </a:lnTo>
                <a:lnTo>
                  <a:pt x="0" y="54315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2275902" y="-805572"/>
            <a:ext cx="6374432" cy="5431548"/>
          </a:xfrm>
          <a:custGeom>
            <a:avLst/>
            <a:gdLst/>
            <a:ahLst/>
            <a:cxnLst/>
            <a:rect r="r" b="b" t="t" l="l"/>
            <a:pathLst>
              <a:path h="5431548" w="6374432">
                <a:moveTo>
                  <a:pt x="6374432" y="5431548"/>
                </a:moveTo>
                <a:lnTo>
                  <a:pt x="0" y="5431548"/>
                </a:lnTo>
                <a:lnTo>
                  <a:pt x="0" y="0"/>
                </a:lnTo>
                <a:lnTo>
                  <a:pt x="6374432" y="0"/>
                </a:lnTo>
                <a:lnTo>
                  <a:pt x="6374432" y="5431548"/>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5013278" y="5786007"/>
            <a:ext cx="8261444" cy="772385"/>
            <a:chOff x="0" y="0"/>
            <a:chExt cx="1699886" cy="158927"/>
          </a:xfrm>
        </p:grpSpPr>
        <p:sp>
          <p:nvSpPr>
            <p:cNvPr name="Freeform 6" id="6"/>
            <p:cNvSpPr/>
            <p:nvPr/>
          </p:nvSpPr>
          <p:spPr>
            <a:xfrm flipH="false" flipV="false" rot="0">
              <a:off x="0" y="0"/>
              <a:ext cx="1699886" cy="158927"/>
            </a:xfrm>
            <a:custGeom>
              <a:avLst/>
              <a:gdLst/>
              <a:ahLst/>
              <a:cxnLst/>
              <a:rect r="r" b="b" t="t" l="l"/>
              <a:pathLst>
                <a:path h="158927" w="1699886">
                  <a:moveTo>
                    <a:pt x="73212" y="0"/>
                  </a:moveTo>
                  <a:lnTo>
                    <a:pt x="1626674" y="0"/>
                  </a:lnTo>
                  <a:cubicBezTo>
                    <a:pt x="1667107" y="0"/>
                    <a:pt x="1699886" y="32778"/>
                    <a:pt x="1699886" y="73212"/>
                  </a:cubicBezTo>
                  <a:lnTo>
                    <a:pt x="1699886" y="85715"/>
                  </a:lnTo>
                  <a:cubicBezTo>
                    <a:pt x="1699886" y="126149"/>
                    <a:pt x="1667107" y="158927"/>
                    <a:pt x="1626674" y="158927"/>
                  </a:cubicBezTo>
                  <a:lnTo>
                    <a:pt x="73212" y="158927"/>
                  </a:lnTo>
                  <a:cubicBezTo>
                    <a:pt x="32778" y="158927"/>
                    <a:pt x="0" y="126149"/>
                    <a:pt x="0" y="85715"/>
                  </a:cubicBezTo>
                  <a:lnTo>
                    <a:pt x="0" y="73212"/>
                  </a:lnTo>
                  <a:cubicBezTo>
                    <a:pt x="0" y="32778"/>
                    <a:pt x="32778" y="0"/>
                    <a:pt x="73212" y="0"/>
                  </a:cubicBezTo>
                  <a:close/>
                </a:path>
              </a:pathLst>
            </a:custGeom>
            <a:solidFill>
              <a:srgbClr val="7F99BE"/>
            </a:solidFill>
          </p:spPr>
        </p:sp>
        <p:sp>
          <p:nvSpPr>
            <p:cNvPr name="TextBox 7" id="7"/>
            <p:cNvSpPr txBox="true"/>
            <p:nvPr/>
          </p:nvSpPr>
          <p:spPr>
            <a:xfrm>
              <a:off x="0" y="-38100"/>
              <a:ext cx="1699886" cy="197027"/>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true" rot="5400000">
            <a:off x="15923080" y="-1557401"/>
            <a:ext cx="3461576" cy="4114800"/>
          </a:xfrm>
          <a:custGeom>
            <a:avLst/>
            <a:gdLst/>
            <a:ahLst/>
            <a:cxnLst/>
            <a:rect r="r" b="b" t="t" l="l"/>
            <a:pathLst>
              <a:path h="4114800" w="3461576">
                <a:moveTo>
                  <a:pt x="3461576" y="4114800"/>
                </a:moveTo>
                <a:lnTo>
                  <a:pt x="0" y="4114800"/>
                </a:lnTo>
                <a:lnTo>
                  <a:pt x="0" y="0"/>
                </a:lnTo>
                <a:lnTo>
                  <a:pt x="3461576" y="0"/>
                </a:lnTo>
                <a:lnTo>
                  <a:pt x="3461576"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5400000">
            <a:off x="-1076725" y="7532662"/>
            <a:ext cx="3461576" cy="4114800"/>
          </a:xfrm>
          <a:custGeom>
            <a:avLst/>
            <a:gdLst/>
            <a:ahLst/>
            <a:cxnLst/>
            <a:rect r="r" b="b" t="t" l="l"/>
            <a:pathLst>
              <a:path h="4114800" w="3461576">
                <a:moveTo>
                  <a:pt x="0" y="0"/>
                </a:moveTo>
                <a:lnTo>
                  <a:pt x="3461576" y="0"/>
                </a:lnTo>
                <a:lnTo>
                  <a:pt x="346157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786995" y="3966732"/>
            <a:ext cx="14714010" cy="1654307"/>
          </a:xfrm>
          <a:prstGeom prst="rect">
            <a:avLst/>
          </a:prstGeom>
        </p:spPr>
        <p:txBody>
          <a:bodyPr anchor="t" rtlCol="false" tIns="0" lIns="0" bIns="0" rIns="0">
            <a:spAutoFit/>
          </a:bodyPr>
          <a:lstStyle/>
          <a:p>
            <a:pPr algn="ctr">
              <a:lnSpc>
                <a:spcPts val="12417"/>
              </a:lnSpc>
            </a:pPr>
            <a:r>
              <a:rPr lang="en-US" b="true" sz="12417">
                <a:solidFill>
                  <a:srgbClr val="324370"/>
                </a:solidFill>
                <a:latin typeface="Montserrat Ultra-Bold"/>
                <a:ea typeface="Montserrat Ultra-Bold"/>
                <a:cs typeface="Montserrat Ultra-Bold"/>
                <a:sym typeface="Montserrat Ultra-Bold"/>
              </a:rPr>
              <a:t>PRESENTATION</a:t>
            </a:r>
          </a:p>
        </p:txBody>
      </p:sp>
      <p:sp>
        <p:nvSpPr>
          <p:cNvPr name="TextBox 11" id="11"/>
          <p:cNvSpPr txBox="true"/>
          <p:nvPr/>
        </p:nvSpPr>
        <p:spPr>
          <a:xfrm rot="0">
            <a:off x="5368405" y="5775319"/>
            <a:ext cx="7551191" cy="646430"/>
          </a:xfrm>
          <a:prstGeom prst="rect">
            <a:avLst/>
          </a:prstGeom>
        </p:spPr>
        <p:txBody>
          <a:bodyPr anchor="t" rtlCol="false" tIns="0" lIns="0" bIns="0" rIns="0">
            <a:spAutoFit/>
          </a:bodyPr>
          <a:lstStyle/>
          <a:p>
            <a:pPr algn="ctr">
              <a:lnSpc>
                <a:spcPts val="5319"/>
              </a:lnSpc>
            </a:pPr>
            <a:r>
              <a:rPr lang="en-US" sz="3799">
                <a:solidFill>
                  <a:srgbClr val="FFFFFF"/>
                </a:solidFill>
                <a:latin typeface="Montserrat"/>
                <a:ea typeface="Montserrat"/>
                <a:cs typeface="Montserrat"/>
                <a:sym typeface="Montserrat"/>
              </a:rPr>
              <a:t>presented by Sacha Dubois</a:t>
            </a:r>
          </a:p>
        </p:txBody>
      </p:sp>
      <p:sp>
        <p:nvSpPr>
          <p:cNvPr name="TextBox 12" id="12"/>
          <p:cNvSpPr txBox="true"/>
          <p:nvPr/>
        </p:nvSpPr>
        <p:spPr>
          <a:xfrm rot="0">
            <a:off x="5368405" y="8597887"/>
            <a:ext cx="7551191" cy="514337"/>
          </a:xfrm>
          <a:prstGeom prst="rect">
            <a:avLst/>
          </a:prstGeom>
        </p:spPr>
        <p:txBody>
          <a:bodyPr anchor="t" rtlCol="false" tIns="0" lIns="0" bIns="0" rIns="0">
            <a:spAutoFit/>
          </a:bodyPr>
          <a:lstStyle/>
          <a:p>
            <a:pPr algn="ctr">
              <a:lnSpc>
                <a:spcPts val="4200"/>
              </a:lnSpc>
            </a:pPr>
            <a:r>
              <a:rPr lang="en-US" sz="3000">
                <a:solidFill>
                  <a:srgbClr val="334368"/>
                </a:solidFill>
                <a:latin typeface="Montserrat"/>
                <a:ea typeface="Montserrat"/>
                <a:cs typeface="Montserrat"/>
                <a:sym typeface="Montserrat"/>
              </a:rPr>
              <a:t>reallygreatsite.com</a:t>
            </a:r>
          </a:p>
        </p:txBody>
      </p:sp>
      <p:sp>
        <p:nvSpPr>
          <p:cNvPr name="Freeform 13" id="13"/>
          <p:cNvSpPr/>
          <p:nvPr/>
        </p:nvSpPr>
        <p:spPr>
          <a:xfrm flipH="true" flipV="false" rot="0">
            <a:off x="14665939" y="6826231"/>
            <a:ext cx="5186723" cy="4114800"/>
          </a:xfrm>
          <a:custGeom>
            <a:avLst/>
            <a:gdLst/>
            <a:ahLst/>
            <a:cxnLst/>
            <a:rect r="r" b="b" t="t" l="l"/>
            <a:pathLst>
              <a:path h="4114800" w="5186723">
                <a:moveTo>
                  <a:pt x="5186722" y="0"/>
                </a:moveTo>
                <a:lnTo>
                  <a:pt x="0" y="0"/>
                </a:lnTo>
                <a:lnTo>
                  <a:pt x="0" y="4114800"/>
                </a:lnTo>
                <a:lnTo>
                  <a:pt x="5186722" y="4114800"/>
                </a:lnTo>
                <a:lnTo>
                  <a:pt x="5186722"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true" rot="0">
            <a:off x="-1939298" y="-147198"/>
            <a:ext cx="5186723" cy="4114800"/>
          </a:xfrm>
          <a:custGeom>
            <a:avLst/>
            <a:gdLst/>
            <a:ahLst/>
            <a:cxnLst/>
            <a:rect r="r" b="b" t="t" l="l"/>
            <a:pathLst>
              <a:path h="4114800" w="5186723">
                <a:moveTo>
                  <a:pt x="0" y="4114800"/>
                </a:moveTo>
                <a:lnTo>
                  <a:pt x="5186722" y="4114800"/>
                </a:lnTo>
                <a:lnTo>
                  <a:pt x="5186722" y="0"/>
                </a:lnTo>
                <a:lnTo>
                  <a:pt x="0" y="0"/>
                </a:lnTo>
                <a:lnTo>
                  <a:pt x="0" y="411480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823010" y="-3477714"/>
            <a:ext cx="19934020" cy="8229600"/>
          </a:xfrm>
          <a:custGeom>
            <a:avLst/>
            <a:gdLst/>
            <a:ahLst/>
            <a:cxnLst/>
            <a:rect r="r" b="b" t="t" l="l"/>
            <a:pathLst>
              <a:path h="8229600" w="19934020">
                <a:moveTo>
                  <a:pt x="0" y="0"/>
                </a:moveTo>
                <a:lnTo>
                  <a:pt x="19934020" y="0"/>
                </a:lnTo>
                <a:lnTo>
                  <a:pt x="19934020" y="8229600"/>
                </a:lnTo>
                <a:lnTo>
                  <a:pt x="0" y="8229600"/>
                </a:lnTo>
                <a:lnTo>
                  <a:pt x="0" y="0"/>
                </a:lnTo>
                <a:close/>
              </a:path>
            </a:pathLst>
          </a:custGeom>
          <a:blipFill>
            <a:blip r:embed="rId3"/>
            <a:stretch>
              <a:fillRect l="0" t="-30842" r="0" b="-30842"/>
            </a:stretch>
          </a:blipFill>
        </p:spPr>
      </p:sp>
      <p:grpSp>
        <p:nvGrpSpPr>
          <p:cNvPr name="Group 4" id="4"/>
          <p:cNvGrpSpPr/>
          <p:nvPr/>
        </p:nvGrpSpPr>
        <p:grpSpPr>
          <a:xfrm rot="0">
            <a:off x="1028700" y="3377328"/>
            <a:ext cx="16230600" cy="5880972"/>
            <a:chOff x="0" y="0"/>
            <a:chExt cx="3339630" cy="1210077"/>
          </a:xfrm>
        </p:grpSpPr>
        <p:sp>
          <p:nvSpPr>
            <p:cNvPr name="Freeform 5" id="5"/>
            <p:cNvSpPr/>
            <p:nvPr/>
          </p:nvSpPr>
          <p:spPr>
            <a:xfrm flipH="false" flipV="false" rot="0">
              <a:off x="0" y="0"/>
              <a:ext cx="3339629" cy="1210077"/>
            </a:xfrm>
            <a:custGeom>
              <a:avLst/>
              <a:gdLst/>
              <a:ahLst/>
              <a:cxnLst/>
              <a:rect r="r" b="b" t="t" l="l"/>
              <a:pathLst>
                <a:path h="1210077" w="3339629">
                  <a:moveTo>
                    <a:pt x="0" y="0"/>
                  </a:moveTo>
                  <a:lnTo>
                    <a:pt x="3339629" y="0"/>
                  </a:lnTo>
                  <a:lnTo>
                    <a:pt x="3339629" y="1210077"/>
                  </a:lnTo>
                  <a:lnTo>
                    <a:pt x="0" y="1210077"/>
                  </a:lnTo>
                  <a:close/>
                </a:path>
              </a:pathLst>
            </a:custGeom>
            <a:solidFill>
              <a:srgbClr val="324370"/>
            </a:solidFill>
          </p:spPr>
        </p:sp>
        <p:sp>
          <p:nvSpPr>
            <p:cNvPr name="TextBox 6" id="6"/>
            <p:cNvSpPr txBox="true"/>
            <p:nvPr/>
          </p:nvSpPr>
          <p:spPr>
            <a:xfrm>
              <a:off x="0" y="-38100"/>
              <a:ext cx="3339630" cy="1248177"/>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2523701" y="5753089"/>
            <a:ext cx="13240598" cy="2836544"/>
          </a:xfrm>
          <a:prstGeom prst="rect">
            <a:avLst/>
          </a:prstGeom>
        </p:spPr>
        <p:txBody>
          <a:bodyPr anchor="t" rtlCol="false" tIns="0" lIns="0" bIns="0" rIns="0">
            <a:spAutoFit/>
          </a:bodyPr>
          <a:lstStyle/>
          <a:p>
            <a:pPr algn="just">
              <a:lnSpc>
                <a:spcPts val="3780"/>
              </a:lnSpc>
            </a:pPr>
            <a:r>
              <a:rPr lang="en-US" sz="2700">
                <a:solidFill>
                  <a:srgbClr val="FFFFFF"/>
                </a:solidFill>
                <a:latin typeface="Montserrat"/>
                <a:ea typeface="Montserrat"/>
                <a:cs typeface="Montserrat"/>
                <a:sym typeface="Montserrat"/>
              </a:rPr>
              <a:t>Lorem i</a:t>
            </a:r>
            <a:r>
              <a:rPr lang="en-US" sz="2700">
                <a:solidFill>
                  <a:srgbClr val="FFFFFF"/>
                </a:solidFill>
                <a:latin typeface="Montserrat"/>
                <a:ea typeface="Montserrat"/>
                <a:cs typeface="Montserrat"/>
                <a:sym typeface="Montserrat"/>
              </a:rPr>
              <a:t>psum dolor sit amet, consectetur adipiscing elit. Duis viverra dui mauris, sed hendrerit mi cursus faucibus. Proin accumsan arcu eu tempus molestie. Nulla quis libero scelerisque, hendrerit ex eu, varius metus. Vestibulum scelerisque tellus velit, sed tempus massa venenatis eu. Duis sit amet elementum diam. Cras blandit feugiat arcu, id tempor dui finibus ac. Pellentesque faucibus feugiat nibh vel feugiat.</a:t>
            </a:r>
          </a:p>
        </p:txBody>
      </p:sp>
      <p:sp>
        <p:nvSpPr>
          <p:cNvPr name="TextBox 8" id="8"/>
          <p:cNvSpPr txBox="true"/>
          <p:nvPr/>
        </p:nvSpPr>
        <p:spPr>
          <a:xfrm rot="0">
            <a:off x="2523701" y="4226969"/>
            <a:ext cx="13240598" cy="1260362"/>
          </a:xfrm>
          <a:prstGeom prst="rect">
            <a:avLst/>
          </a:prstGeom>
        </p:spPr>
        <p:txBody>
          <a:bodyPr anchor="t" rtlCol="false" tIns="0" lIns="0" bIns="0" rIns="0">
            <a:spAutoFit/>
          </a:bodyPr>
          <a:lstStyle/>
          <a:p>
            <a:pPr algn="ctr">
              <a:lnSpc>
                <a:spcPts val="9496"/>
              </a:lnSpc>
            </a:pPr>
            <a:r>
              <a:rPr lang="en-US" b="true" sz="9496">
                <a:solidFill>
                  <a:srgbClr val="FFFFFF"/>
                </a:solidFill>
                <a:latin typeface="Montserrat Ultra-Bold"/>
                <a:ea typeface="Montserrat Ultra-Bold"/>
                <a:cs typeface="Montserrat Ultra-Bold"/>
                <a:sym typeface="Montserrat Ultra-Bold"/>
              </a:rPr>
              <a:t>INTRODUCTION</a:t>
            </a:r>
          </a:p>
        </p:txBody>
      </p:sp>
      <p:sp>
        <p:nvSpPr>
          <p:cNvPr name="TextBox 9" id="9"/>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FFFFFF"/>
                </a:solidFill>
                <a:latin typeface="Montserrat Bold"/>
                <a:ea typeface="Montserrat Bold"/>
                <a:cs typeface="Montserrat Bold"/>
                <a:sym typeface="Montserrat Bold"/>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1028700"/>
            <a:ext cx="6043342" cy="8229600"/>
          </a:xfrm>
          <a:custGeom>
            <a:avLst/>
            <a:gdLst/>
            <a:ahLst/>
            <a:cxnLst/>
            <a:rect r="r" b="b" t="t" l="l"/>
            <a:pathLst>
              <a:path h="8229600" w="6043342">
                <a:moveTo>
                  <a:pt x="0" y="0"/>
                </a:moveTo>
                <a:lnTo>
                  <a:pt x="6043342" y="0"/>
                </a:lnTo>
                <a:lnTo>
                  <a:pt x="6043342" y="8229600"/>
                </a:lnTo>
                <a:lnTo>
                  <a:pt x="0" y="8229600"/>
                </a:lnTo>
                <a:lnTo>
                  <a:pt x="0" y="0"/>
                </a:lnTo>
                <a:close/>
              </a:path>
            </a:pathLst>
          </a:custGeom>
          <a:blipFill>
            <a:blip r:embed="rId3"/>
            <a:stretch>
              <a:fillRect l="-22919" t="0" r="-22919" b="0"/>
            </a:stretch>
          </a:blipFill>
        </p:spPr>
      </p:sp>
      <p:sp>
        <p:nvSpPr>
          <p:cNvPr name="TextBox 4" id="4"/>
          <p:cNvSpPr txBox="true"/>
          <p:nvPr/>
        </p:nvSpPr>
        <p:spPr>
          <a:xfrm rot="0">
            <a:off x="8086349" y="3830162"/>
            <a:ext cx="9172951" cy="4265294"/>
          </a:xfrm>
          <a:prstGeom prst="rect">
            <a:avLst/>
          </a:prstGeom>
        </p:spPr>
        <p:txBody>
          <a:bodyPr anchor="t" rtlCol="false" tIns="0" lIns="0" bIns="0" rIns="0">
            <a:spAutoFit/>
          </a:bodyPr>
          <a:lstStyle/>
          <a:p>
            <a:pPr algn="just">
              <a:lnSpc>
                <a:spcPts val="3780"/>
              </a:lnSpc>
            </a:pPr>
            <a:r>
              <a:rPr lang="en-US" sz="2700">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 Nulla quis libero scelerisque, hendrerit ex eu, varius metus. Vestibulum scelerisque tellus velit, sed tempus massa venenatis eu. Duis sit amet elementum diam. Cras blandit feugiat arcu, id tempor dui finibus ac. Pellentesque faucibus feugiat nibh vel feugiat.</a:t>
            </a:r>
          </a:p>
        </p:txBody>
      </p:sp>
      <p:sp>
        <p:nvSpPr>
          <p:cNvPr name="TextBox 5" id="5"/>
          <p:cNvSpPr txBox="true"/>
          <p:nvPr/>
        </p:nvSpPr>
        <p:spPr>
          <a:xfrm rot="0">
            <a:off x="8086349" y="2353469"/>
            <a:ext cx="9172951" cy="1119633"/>
          </a:xfrm>
          <a:prstGeom prst="rect">
            <a:avLst/>
          </a:prstGeom>
        </p:spPr>
        <p:txBody>
          <a:bodyPr anchor="t" rtlCol="false" tIns="0" lIns="0" bIns="0" rIns="0">
            <a:spAutoFit/>
          </a:bodyPr>
          <a:lstStyle/>
          <a:p>
            <a:pPr algn="l">
              <a:lnSpc>
                <a:spcPts val="8456"/>
              </a:lnSpc>
            </a:pPr>
            <a:r>
              <a:rPr lang="en-US" b="true" sz="8456">
                <a:solidFill>
                  <a:srgbClr val="324370"/>
                </a:solidFill>
                <a:latin typeface="Montserrat Ultra-Bold"/>
                <a:ea typeface="Montserrat Ultra-Bold"/>
                <a:cs typeface="Montserrat Ultra-Bold"/>
                <a:sym typeface="Montserrat Ultra-Bold"/>
              </a:rPr>
              <a:t>BACKGROUND</a:t>
            </a:r>
          </a:p>
        </p:txBody>
      </p:sp>
      <p:sp>
        <p:nvSpPr>
          <p:cNvPr name="TextBox 6" id="6"/>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8093BB"/>
                </a:solidFill>
                <a:latin typeface="Montserrat Bold"/>
                <a:ea typeface="Montserrat Bold"/>
                <a:cs typeface="Montserrat Bold"/>
                <a:sym typeface="Montserrat Bold"/>
              </a:rPr>
              <a:t>02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1028700"/>
            <a:ext cx="6043342" cy="8229600"/>
          </a:xfrm>
          <a:custGeom>
            <a:avLst/>
            <a:gdLst/>
            <a:ahLst/>
            <a:cxnLst/>
            <a:rect r="r" b="b" t="t" l="l"/>
            <a:pathLst>
              <a:path h="8229600" w="6043342">
                <a:moveTo>
                  <a:pt x="0" y="0"/>
                </a:moveTo>
                <a:lnTo>
                  <a:pt x="6043342" y="0"/>
                </a:lnTo>
                <a:lnTo>
                  <a:pt x="6043342" y="8229600"/>
                </a:lnTo>
                <a:lnTo>
                  <a:pt x="0" y="8229600"/>
                </a:lnTo>
                <a:lnTo>
                  <a:pt x="0" y="0"/>
                </a:lnTo>
                <a:close/>
              </a:path>
            </a:pathLst>
          </a:custGeom>
          <a:blipFill>
            <a:blip r:embed="rId3"/>
            <a:stretch>
              <a:fillRect l="-52196" t="0" r="-52196" b="0"/>
            </a:stretch>
          </a:blipFill>
        </p:spPr>
      </p:sp>
      <p:sp>
        <p:nvSpPr>
          <p:cNvPr name="TextBox 4" id="4"/>
          <p:cNvSpPr txBox="true"/>
          <p:nvPr/>
        </p:nvSpPr>
        <p:spPr>
          <a:xfrm rot="0">
            <a:off x="8061659" y="4766149"/>
            <a:ext cx="9172951" cy="1445004"/>
          </a:xfrm>
          <a:prstGeom prst="rect">
            <a:avLst/>
          </a:prstGeom>
        </p:spPr>
        <p:txBody>
          <a:bodyPr anchor="t" rtlCol="false" tIns="0" lIns="0" bIns="0" rIns="0">
            <a:spAutoFit/>
          </a:bodyPr>
          <a:lstStyle/>
          <a:p>
            <a:pPr algn="just">
              <a:lnSpc>
                <a:spcPts val="3827"/>
              </a:lnSpc>
            </a:pPr>
            <a:r>
              <a:rPr lang="en-US" sz="2733">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a:t>
            </a:r>
          </a:p>
        </p:txBody>
      </p:sp>
      <p:sp>
        <p:nvSpPr>
          <p:cNvPr name="TextBox 5" id="5"/>
          <p:cNvSpPr txBox="true"/>
          <p:nvPr/>
        </p:nvSpPr>
        <p:spPr>
          <a:xfrm rot="0">
            <a:off x="8061659" y="2154016"/>
            <a:ext cx="9197641" cy="1119633"/>
          </a:xfrm>
          <a:prstGeom prst="rect">
            <a:avLst/>
          </a:prstGeom>
        </p:spPr>
        <p:txBody>
          <a:bodyPr anchor="t" rtlCol="false" tIns="0" lIns="0" bIns="0" rIns="0">
            <a:spAutoFit/>
          </a:bodyPr>
          <a:lstStyle/>
          <a:p>
            <a:pPr algn="l">
              <a:lnSpc>
                <a:spcPts val="8456"/>
              </a:lnSpc>
            </a:pPr>
            <a:r>
              <a:rPr lang="en-US" sz="8456" b="true">
                <a:solidFill>
                  <a:srgbClr val="324370"/>
                </a:solidFill>
                <a:latin typeface="Montserrat Ultra-Bold"/>
                <a:ea typeface="Montserrat Ultra-Bold"/>
                <a:cs typeface="Montserrat Ultra-Bold"/>
                <a:sym typeface="Montserrat Ultra-Bold"/>
              </a:rPr>
              <a:t>METH</a:t>
            </a:r>
            <a:r>
              <a:rPr lang="en-US" b="true" sz="8456">
                <a:solidFill>
                  <a:srgbClr val="324370"/>
                </a:solidFill>
                <a:latin typeface="Montserrat Ultra-Bold"/>
                <a:ea typeface="Montserrat Ultra-Bold"/>
                <a:cs typeface="Montserrat Ultra-Bold"/>
                <a:sym typeface="Montserrat Ultra-Bold"/>
              </a:rPr>
              <a:t>ODOLOGY</a:t>
            </a:r>
          </a:p>
        </p:txBody>
      </p:sp>
      <p:grpSp>
        <p:nvGrpSpPr>
          <p:cNvPr name="Group 6" id="6"/>
          <p:cNvGrpSpPr/>
          <p:nvPr/>
        </p:nvGrpSpPr>
        <p:grpSpPr>
          <a:xfrm rot="0">
            <a:off x="8061659" y="3411268"/>
            <a:ext cx="9197641" cy="1231494"/>
            <a:chOff x="0" y="0"/>
            <a:chExt cx="2282038" cy="305547"/>
          </a:xfrm>
        </p:grpSpPr>
        <p:sp>
          <p:nvSpPr>
            <p:cNvPr name="Freeform 7" id="7"/>
            <p:cNvSpPr/>
            <p:nvPr/>
          </p:nvSpPr>
          <p:spPr>
            <a:xfrm flipH="false" flipV="false" rot="0">
              <a:off x="0" y="0"/>
              <a:ext cx="2282038" cy="305547"/>
            </a:xfrm>
            <a:custGeom>
              <a:avLst/>
              <a:gdLst/>
              <a:ahLst/>
              <a:cxnLst/>
              <a:rect r="r" b="b" t="t" l="l"/>
              <a:pathLst>
                <a:path h="305547" w="2282038">
                  <a:moveTo>
                    <a:pt x="0" y="0"/>
                  </a:moveTo>
                  <a:lnTo>
                    <a:pt x="2282038" y="0"/>
                  </a:lnTo>
                  <a:lnTo>
                    <a:pt x="2282038" y="305547"/>
                  </a:lnTo>
                  <a:lnTo>
                    <a:pt x="0" y="305547"/>
                  </a:lnTo>
                  <a:close/>
                </a:path>
              </a:pathLst>
            </a:custGeom>
            <a:solidFill>
              <a:srgbClr val="324370"/>
            </a:solidFill>
          </p:spPr>
        </p:sp>
        <p:sp>
          <p:nvSpPr>
            <p:cNvPr name="TextBox 8" id="8"/>
            <p:cNvSpPr txBox="true"/>
            <p:nvPr/>
          </p:nvSpPr>
          <p:spPr>
            <a:xfrm>
              <a:off x="0" y="-38100"/>
              <a:ext cx="2282038" cy="343647"/>
            </a:xfrm>
            <a:prstGeom prst="rect">
              <a:avLst/>
            </a:prstGeom>
          </p:spPr>
          <p:txBody>
            <a:bodyPr anchor="ctr" rtlCol="false" tIns="42129" lIns="42129" bIns="42129" rIns="42129"/>
            <a:lstStyle/>
            <a:p>
              <a:pPr algn="ctr">
                <a:lnSpc>
                  <a:spcPts val="2659"/>
                </a:lnSpc>
              </a:pPr>
            </a:p>
          </p:txBody>
        </p:sp>
      </p:grpSp>
      <p:sp>
        <p:nvSpPr>
          <p:cNvPr name="TextBox 9" id="9"/>
          <p:cNvSpPr txBox="true"/>
          <p:nvPr/>
        </p:nvSpPr>
        <p:spPr>
          <a:xfrm rot="0">
            <a:off x="8061659" y="3663188"/>
            <a:ext cx="9172951" cy="846076"/>
          </a:xfrm>
          <a:prstGeom prst="rect">
            <a:avLst/>
          </a:prstGeom>
        </p:spPr>
        <p:txBody>
          <a:bodyPr anchor="t" rtlCol="false" tIns="0" lIns="0" bIns="0" rIns="0">
            <a:spAutoFit/>
          </a:bodyPr>
          <a:lstStyle/>
          <a:p>
            <a:pPr algn="ctr">
              <a:lnSpc>
                <a:spcPts val="6309"/>
              </a:lnSpc>
            </a:pPr>
            <a:r>
              <a:rPr lang="en-US" b="true" sz="6309">
                <a:solidFill>
                  <a:srgbClr val="FFFFFF"/>
                </a:solidFill>
                <a:latin typeface="Montserrat Ultra-Bold"/>
                <a:ea typeface="Montserrat Ultra-Bold"/>
                <a:cs typeface="Montserrat Ultra-Bold"/>
                <a:sym typeface="Montserrat Ultra-Bold"/>
              </a:rPr>
              <a:t>QUANTITATIVE</a:t>
            </a:r>
          </a:p>
        </p:txBody>
      </p:sp>
      <p:grpSp>
        <p:nvGrpSpPr>
          <p:cNvPr name="Group 10" id="10"/>
          <p:cNvGrpSpPr/>
          <p:nvPr/>
        </p:nvGrpSpPr>
        <p:grpSpPr>
          <a:xfrm rot="0">
            <a:off x="11284513" y="6664461"/>
            <a:ext cx="2748902" cy="2593839"/>
            <a:chOff x="0" y="0"/>
            <a:chExt cx="682033" cy="643561"/>
          </a:xfrm>
        </p:grpSpPr>
        <p:sp>
          <p:nvSpPr>
            <p:cNvPr name="Freeform 11" id="11"/>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546791"/>
            </a:solidFill>
          </p:spPr>
        </p:sp>
        <p:sp>
          <p:nvSpPr>
            <p:cNvPr name="TextBox 12" id="12"/>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13" id="13"/>
          <p:cNvSpPr txBox="true"/>
          <p:nvPr/>
        </p:nvSpPr>
        <p:spPr>
          <a:xfrm rot="0">
            <a:off x="12197235"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2</a:t>
            </a:r>
          </a:p>
        </p:txBody>
      </p:sp>
      <p:sp>
        <p:nvSpPr>
          <p:cNvPr name="TextBox 14" id="14"/>
          <p:cNvSpPr txBox="true"/>
          <p:nvPr/>
        </p:nvSpPr>
        <p:spPr>
          <a:xfrm rot="0">
            <a:off x="11615682" y="7652261"/>
            <a:ext cx="2086564" cy="1323955"/>
          </a:xfrm>
          <a:prstGeom prst="rect">
            <a:avLst/>
          </a:prstGeom>
        </p:spPr>
        <p:txBody>
          <a:bodyPr anchor="t" rtlCol="false" tIns="0" lIns="0" bIns="0" rIns="0">
            <a:spAutoFit/>
          </a:bodyPr>
          <a:lstStyle/>
          <a:p>
            <a:pPr algn="ctr">
              <a:lnSpc>
                <a:spcPts val="1766"/>
              </a:lnSpc>
            </a:pPr>
            <a:r>
              <a:rPr lang="en-US" sz="1261">
                <a:solidFill>
                  <a:srgbClr val="FFFFFF"/>
                </a:solidFill>
                <a:latin typeface="Montserrat"/>
                <a:ea typeface="Montserrat"/>
                <a:cs typeface="Montserrat"/>
                <a:sym typeface="Montserrat"/>
              </a:rPr>
              <a:t>Lorem ipsum dolor sit amet, consectetur adipiscing elit. Duis viverra dui mauris, sed hendrerit mi cursus faucibus.</a:t>
            </a:r>
          </a:p>
        </p:txBody>
      </p:sp>
      <p:grpSp>
        <p:nvGrpSpPr>
          <p:cNvPr name="Group 15" id="15"/>
          <p:cNvGrpSpPr/>
          <p:nvPr/>
        </p:nvGrpSpPr>
        <p:grpSpPr>
          <a:xfrm rot="0">
            <a:off x="14510398" y="6664461"/>
            <a:ext cx="2748902" cy="2593839"/>
            <a:chOff x="0" y="0"/>
            <a:chExt cx="682033" cy="643561"/>
          </a:xfrm>
        </p:grpSpPr>
        <p:sp>
          <p:nvSpPr>
            <p:cNvPr name="Freeform 16" id="16"/>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334368"/>
            </a:solidFill>
          </p:spPr>
        </p:sp>
        <p:sp>
          <p:nvSpPr>
            <p:cNvPr name="TextBox 17" id="17"/>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18" id="18"/>
          <p:cNvSpPr txBox="true"/>
          <p:nvPr/>
        </p:nvSpPr>
        <p:spPr>
          <a:xfrm rot="0">
            <a:off x="15423120"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3</a:t>
            </a:r>
          </a:p>
        </p:txBody>
      </p:sp>
      <p:sp>
        <p:nvSpPr>
          <p:cNvPr name="TextBox 19" id="19"/>
          <p:cNvSpPr txBox="true"/>
          <p:nvPr/>
        </p:nvSpPr>
        <p:spPr>
          <a:xfrm rot="0">
            <a:off x="14841567" y="7652261"/>
            <a:ext cx="2086564" cy="1323955"/>
          </a:xfrm>
          <a:prstGeom prst="rect">
            <a:avLst/>
          </a:prstGeom>
        </p:spPr>
        <p:txBody>
          <a:bodyPr anchor="t" rtlCol="false" tIns="0" lIns="0" bIns="0" rIns="0">
            <a:spAutoFit/>
          </a:bodyPr>
          <a:lstStyle/>
          <a:p>
            <a:pPr algn="ctr">
              <a:lnSpc>
                <a:spcPts val="1766"/>
              </a:lnSpc>
            </a:pPr>
            <a:r>
              <a:rPr lang="en-US" sz="1261">
                <a:solidFill>
                  <a:srgbClr val="FFFFFF"/>
                </a:solidFill>
                <a:latin typeface="Montserrat"/>
                <a:ea typeface="Montserrat"/>
                <a:cs typeface="Montserrat"/>
                <a:sym typeface="Montserrat"/>
              </a:rPr>
              <a:t>Lorem ipsum dolor sit amet, consectetur adipiscing elit. Duis viverra dui mauris, sed hendrerit mi cursus faucibus.</a:t>
            </a:r>
          </a:p>
        </p:txBody>
      </p:sp>
      <p:grpSp>
        <p:nvGrpSpPr>
          <p:cNvPr name="Group 20" id="20"/>
          <p:cNvGrpSpPr/>
          <p:nvPr/>
        </p:nvGrpSpPr>
        <p:grpSpPr>
          <a:xfrm rot="0">
            <a:off x="8061659" y="6664461"/>
            <a:ext cx="2748902" cy="2593839"/>
            <a:chOff x="0" y="0"/>
            <a:chExt cx="682033" cy="643561"/>
          </a:xfrm>
        </p:grpSpPr>
        <p:sp>
          <p:nvSpPr>
            <p:cNvPr name="Freeform 21" id="21"/>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8093BB"/>
            </a:solidFill>
          </p:spPr>
        </p:sp>
        <p:sp>
          <p:nvSpPr>
            <p:cNvPr name="TextBox 22" id="22"/>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23" id="23"/>
          <p:cNvSpPr txBox="true"/>
          <p:nvPr/>
        </p:nvSpPr>
        <p:spPr>
          <a:xfrm rot="0">
            <a:off x="8974381"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1</a:t>
            </a:r>
          </a:p>
        </p:txBody>
      </p:sp>
      <p:sp>
        <p:nvSpPr>
          <p:cNvPr name="TextBox 24" id="24"/>
          <p:cNvSpPr txBox="true"/>
          <p:nvPr/>
        </p:nvSpPr>
        <p:spPr>
          <a:xfrm rot="0">
            <a:off x="8392828" y="7652261"/>
            <a:ext cx="2086564" cy="1323955"/>
          </a:xfrm>
          <a:prstGeom prst="rect">
            <a:avLst/>
          </a:prstGeom>
        </p:spPr>
        <p:txBody>
          <a:bodyPr anchor="t" rtlCol="false" tIns="0" lIns="0" bIns="0" rIns="0">
            <a:spAutoFit/>
          </a:bodyPr>
          <a:lstStyle/>
          <a:p>
            <a:pPr algn="ctr">
              <a:lnSpc>
                <a:spcPts val="1766"/>
              </a:lnSpc>
            </a:pPr>
            <a:r>
              <a:rPr lang="en-US" sz="1261">
                <a:solidFill>
                  <a:srgbClr val="FFFFFF"/>
                </a:solidFill>
                <a:latin typeface="Montserrat"/>
                <a:ea typeface="Montserrat"/>
                <a:cs typeface="Montserrat"/>
                <a:sym typeface="Montserrat"/>
              </a:rPr>
              <a:t>Lorem ipsum dolor sit amet, consectetur adipiscing elit. Duis viverra dui mauris, sed hendrerit mi cursus faucibus.</a:t>
            </a:r>
          </a:p>
        </p:txBody>
      </p:sp>
      <p:sp>
        <p:nvSpPr>
          <p:cNvPr name="TextBox 25" id="25"/>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8093BB"/>
                </a:solidFill>
                <a:latin typeface="Montserrat Bold"/>
                <a:ea typeface="Montserrat Bold"/>
                <a:cs typeface="Montserrat Bold"/>
                <a:sym typeface="Montserrat Bold"/>
              </a:rPr>
              <a:t>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028700" y="1028700"/>
            <a:ext cx="6043342" cy="8229600"/>
          </a:xfrm>
          <a:custGeom>
            <a:avLst/>
            <a:gdLst/>
            <a:ahLst/>
            <a:cxnLst/>
            <a:rect r="r" b="b" t="t" l="l"/>
            <a:pathLst>
              <a:path h="8229600" w="6043342">
                <a:moveTo>
                  <a:pt x="0" y="0"/>
                </a:moveTo>
                <a:lnTo>
                  <a:pt x="6043342" y="0"/>
                </a:lnTo>
                <a:lnTo>
                  <a:pt x="6043342" y="8229600"/>
                </a:lnTo>
                <a:lnTo>
                  <a:pt x="0" y="8229600"/>
                </a:lnTo>
                <a:lnTo>
                  <a:pt x="0" y="0"/>
                </a:lnTo>
                <a:close/>
              </a:path>
            </a:pathLst>
          </a:custGeom>
          <a:blipFill>
            <a:blip r:embed="rId3"/>
            <a:stretch>
              <a:fillRect l="-52774" t="0" r="-52774" b="0"/>
            </a:stretch>
          </a:blipFill>
        </p:spPr>
      </p:sp>
      <p:sp>
        <p:nvSpPr>
          <p:cNvPr name="TextBox 4" id="4"/>
          <p:cNvSpPr txBox="true"/>
          <p:nvPr/>
        </p:nvSpPr>
        <p:spPr>
          <a:xfrm rot="0">
            <a:off x="8061659" y="4766149"/>
            <a:ext cx="9172951" cy="1445004"/>
          </a:xfrm>
          <a:prstGeom prst="rect">
            <a:avLst/>
          </a:prstGeom>
        </p:spPr>
        <p:txBody>
          <a:bodyPr anchor="t" rtlCol="false" tIns="0" lIns="0" bIns="0" rIns="0">
            <a:spAutoFit/>
          </a:bodyPr>
          <a:lstStyle/>
          <a:p>
            <a:pPr algn="just">
              <a:lnSpc>
                <a:spcPts val="3827"/>
              </a:lnSpc>
            </a:pPr>
            <a:r>
              <a:rPr lang="en-US" sz="2733">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a:t>
            </a:r>
          </a:p>
        </p:txBody>
      </p:sp>
      <p:sp>
        <p:nvSpPr>
          <p:cNvPr name="TextBox 5" id="5"/>
          <p:cNvSpPr txBox="true"/>
          <p:nvPr/>
        </p:nvSpPr>
        <p:spPr>
          <a:xfrm rot="0">
            <a:off x="8061659" y="2154016"/>
            <a:ext cx="9197641" cy="1119633"/>
          </a:xfrm>
          <a:prstGeom prst="rect">
            <a:avLst/>
          </a:prstGeom>
        </p:spPr>
        <p:txBody>
          <a:bodyPr anchor="t" rtlCol="false" tIns="0" lIns="0" bIns="0" rIns="0">
            <a:spAutoFit/>
          </a:bodyPr>
          <a:lstStyle/>
          <a:p>
            <a:pPr algn="l">
              <a:lnSpc>
                <a:spcPts val="8456"/>
              </a:lnSpc>
            </a:pPr>
            <a:r>
              <a:rPr lang="en-US" sz="8456" b="true">
                <a:solidFill>
                  <a:srgbClr val="324370"/>
                </a:solidFill>
                <a:latin typeface="Montserrat Ultra-Bold"/>
                <a:ea typeface="Montserrat Ultra-Bold"/>
                <a:cs typeface="Montserrat Ultra-Bold"/>
                <a:sym typeface="Montserrat Ultra-Bold"/>
              </a:rPr>
              <a:t>METH</a:t>
            </a:r>
            <a:r>
              <a:rPr lang="en-US" b="true" sz="8456">
                <a:solidFill>
                  <a:srgbClr val="324370"/>
                </a:solidFill>
                <a:latin typeface="Montserrat Ultra-Bold"/>
                <a:ea typeface="Montserrat Ultra-Bold"/>
                <a:cs typeface="Montserrat Ultra-Bold"/>
                <a:sym typeface="Montserrat Ultra-Bold"/>
              </a:rPr>
              <a:t>ODOLOGY</a:t>
            </a:r>
          </a:p>
        </p:txBody>
      </p:sp>
      <p:grpSp>
        <p:nvGrpSpPr>
          <p:cNvPr name="Group 6" id="6"/>
          <p:cNvGrpSpPr/>
          <p:nvPr/>
        </p:nvGrpSpPr>
        <p:grpSpPr>
          <a:xfrm rot="0">
            <a:off x="8061659" y="3411268"/>
            <a:ext cx="9172951" cy="1231494"/>
            <a:chOff x="0" y="0"/>
            <a:chExt cx="2275912" cy="305547"/>
          </a:xfrm>
        </p:grpSpPr>
        <p:sp>
          <p:nvSpPr>
            <p:cNvPr name="Freeform 7" id="7"/>
            <p:cNvSpPr/>
            <p:nvPr/>
          </p:nvSpPr>
          <p:spPr>
            <a:xfrm flipH="false" flipV="false" rot="0">
              <a:off x="0" y="0"/>
              <a:ext cx="2275912" cy="305547"/>
            </a:xfrm>
            <a:custGeom>
              <a:avLst/>
              <a:gdLst/>
              <a:ahLst/>
              <a:cxnLst/>
              <a:rect r="r" b="b" t="t" l="l"/>
              <a:pathLst>
                <a:path h="305547" w="2275912">
                  <a:moveTo>
                    <a:pt x="0" y="0"/>
                  </a:moveTo>
                  <a:lnTo>
                    <a:pt x="2275912" y="0"/>
                  </a:lnTo>
                  <a:lnTo>
                    <a:pt x="2275912" y="305547"/>
                  </a:lnTo>
                  <a:lnTo>
                    <a:pt x="0" y="305547"/>
                  </a:lnTo>
                  <a:close/>
                </a:path>
              </a:pathLst>
            </a:custGeom>
            <a:solidFill>
              <a:srgbClr val="324370"/>
            </a:solidFill>
          </p:spPr>
        </p:sp>
        <p:sp>
          <p:nvSpPr>
            <p:cNvPr name="TextBox 8" id="8"/>
            <p:cNvSpPr txBox="true"/>
            <p:nvPr/>
          </p:nvSpPr>
          <p:spPr>
            <a:xfrm>
              <a:off x="0" y="-38100"/>
              <a:ext cx="2275912" cy="343647"/>
            </a:xfrm>
            <a:prstGeom prst="rect">
              <a:avLst/>
            </a:prstGeom>
          </p:spPr>
          <p:txBody>
            <a:bodyPr anchor="ctr" rtlCol="false" tIns="42129" lIns="42129" bIns="42129" rIns="42129"/>
            <a:lstStyle/>
            <a:p>
              <a:pPr algn="ctr">
                <a:lnSpc>
                  <a:spcPts val="2659"/>
                </a:lnSpc>
              </a:pPr>
            </a:p>
          </p:txBody>
        </p:sp>
      </p:grpSp>
      <p:sp>
        <p:nvSpPr>
          <p:cNvPr name="TextBox 9" id="9"/>
          <p:cNvSpPr txBox="true"/>
          <p:nvPr/>
        </p:nvSpPr>
        <p:spPr>
          <a:xfrm rot="0">
            <a:off x="8061659" y="3663188"/>
            <a:ext cx="9197641" cy="846076"/>
          </a:xfrm>
          <a:prstGeom prst="rect">
            <a:avLst/>
          </a:prstGeom>
        </p:spPr>
        <p:txBody>
          <a:bodyPr anchor="t" rtlCol="false" tIns="0" lIns="0" bIns="0" rIns="0">
            <a:spAutoFit/>
          </a:bodyPr>
          <a:lstStyle/>
          <a:p>
            <a:pPr algn="ctr">
              <a:lnSpc>
                <a:spcPts val="6309"/>
              </a:lnSpc>
            </a:pPr>
            <a:r>
              <a:rPr lang="en-US" b="true" sz="6309">
                <a:solidFill>
                  <a:srgbClr val="FFFFFF"/>
                </a:solidFill>
                <a:latin typeface="Montserrat Ultra-Bold"/>
                <a:ea typeface="Montserrat Ultra-Bold"/>
                <a:cs typeface="Montserrat Ultra-Bold"/>
                <a:sym typeface="Montserrat Ultra-Bold"/>
              </a:rPr>
              <a:t>QUALITATIVE</a:t>
            </a:r>
          </a:p>
        </p:txBody>
      </p:sp>
      <p:grpSp>
        <p:nvGrpSpPr>
          <p:cNvPr name="Group 10" id="10"/>
          <p:cNvGrpSpPr/>
          <p:nvPr/>
        </p:nvGrpSpPr>
        <p:grpSpPr>
          <a:xfrm rot="0">
            <a:off x="11284513" y="6664461"/>
            <a:ext cx="2748902" cy="2593839"/>
            <a:chOff x="0" y="0"/>
            <a:chExt cx="682033" cy="643561"/>
          </a:xfrm>
        </p:grpSpPr>
        <p:sp>
          <p:nvSpPr>
            <p:cNvPr name="Freeform 11" id="11"/>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546791"/>
            </a:solidFill>
          </p:spPr>
        </p:sp>
        <p:sp>
          <p:nvSpPr>
            <p:cNvPr name="TextBox 12" id="12"/>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13" id="13"/>
          <p:cNvSpPr txBox="true"/>
          <p:nvPr/>
        </p:nvSpPr>
        <p:spPr>
          <a:xfrm rot="0">
            <a:off x="12197235"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2</a:t>
            </a:r>
          </a:p>
        </p:txBody>
      </p:sp>
      <p:sp>
        <p:nvSpPr>
          <p:cNvPr name="TextBox 14" id="14"/>
          <p:cNvSpPr txBox="true"/>
          <p:nvPr/>
        </p:nvSpPr>
        <p:spPr>
          <a:xfrm rot="0">
            <a:off x="11615682" y="7652261"/>
            <a:ext cx="2086564" cy="1323955"/>
          </a:xfrm>
          <a:prstGeom prst="rect">
            <a:avLst/>
          </a:prstGeom>
        </p:spPr>
        <p:txBody>
          <a:bodyPr anchor="t" rtlCol="false" tIns="0" lIns="0" bIns="0" rIns="0">
            <a:spAutoFit/>
          </a:bodyPr>
          <a:lstStyle/>
          <a:p>
            <a:pPr algn="ctr">
              <a:lnSpc>
                <a:spcPts val="1766"/>
              </a:lnSpc>
            </a:pPr>
            <a:r>
              <a:rPr lang="en-US" sz="1261">
                <a:solidFill>
                  <a:srgbClr val="FFFFFF"/>
                </a:solidFill>
                <a:latin typeface="Montserrat"/>
                <a:ea typeface="Montserrat"/>
                <a:cs typeface="Montserrat"/>
                <a:sym typeface="Montserrat"/>
              </a:rPr>
              <a:t>Lorem ipsum dolor sit amet, consectetur adipiscing elit. Duis viverra dui mauris, sed hendrerit mi cursus faucibus.</a:t>
            </a:r>
          </a:p>
        </p:txBody>
      </p:sp>
      <p:grpSp>
        <p:nvGrpSpPr>
          <p:cNvPr name="Group 15" id="15"/>
          <p:cNvGrpSpPr/>
          <p:nvPr/>
        </p:nvGrpSpPr>
        <p:grpSpPr>
          <a:xfrm rot="0">
            <a:off x="14510398" y="6664461"/>
            <a:ext cx="2748902" cy="2593839"/>
            <a:chOff x="0" y="0"/>
            <a:chExt cx="682033" cy="643561"/>
          </a:xfrm>
        </p:grpSpPr>
        <p:sp>
          <p:nvSpPr>
            <p:cNvPr name="Freeform 16" id="16"/>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334368"/>
            </a:solidFill>
          </p:spPr>
        </p:sp>
        <p:sp>
          <p:nvSpPr>
            <p:cNvPr name="TextBox 17" id="17"/>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18" id="18"/>
          <p:cNvSpPr txBox="true"/>
          <p:nvPr/>
        </p:nvSpPr>
        <p:spPr>
          <a:xfrm rot="0">
            <a:off x="15423120"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3</a:t>
            </a:r>
          </a:p>
        </p:txBody>
      </p:sp>
      <p:sp>
        <p:nvSpPr>
          <p:cNvPr name="TextBox 19" id="19"/>
          <p:cNvSpPr txBox="true"/>
          <p:nvPr/>
        </p:nvSpPr>
        <p:spPr>
          <a:xfrm rot="0">
            <a:off x="14841567" y="7652261"/>
            <a:ext cx="2086564" cy="1323955"/>
          </a:xfrm>
          <a:prstGeom prst="rect">
            <a:avLst/>
          </a:prstGeom>
        </p:spPr>
        <p:txBody>
          <a:bodyPr anchor="t" rtlCol="false" tIns="0" lIns="0" bIns="0" rIns="0">
            <a:spAutoFit/>
          </a:bodyPr>
          <a:lstStyle/>
          <a:p>
            <a:pPr algn="ctr">
              <a:lnSpc>
                <a:spcPts val="1766"/>
              </a:lnSpc>
            </a:pPr>
            <a:r>
              <a:rPr lang="en-US" sz="1261">
                <a:solidFill>
                  <a:srgbClr val="FFFFFF"/>
                </a:solidFill>
                <a:latin typeface="Montserrat"/>
                <a:ea typeface="Montserrat"/>
                <a:cs typeface="Montserrat"/>
                <a:sym typeface="Montserrat"/>
              </a:rPr>
              <a:t>Lorem ipsum dolor sit amet, consectetur adipiscing elit. Duis viverra dui mauris, sed hendrerit mi cursus faucibus.</a:t>
            </a:r>
          </a:p>
        </p:txBody>
      </p:sp>
      <p:grpSp>
        <p:nvGrpSpPr>
          <p:cNvPr name="Group 20" id="20"/>
          <p:cNvGrpSpPr/>
          <p:nvPr/>
        </p:nvGrpSpPr>
        <p:grpSpPr>
          <a:xfrm rot="0">
            <a:off x="8061659" y="6664461"/>
            <a:ext cx="2748902" cy="2593839"/>
            <a:chOff x="0" y="0"/>
            <a:chExt cx="682033" cy="643561"/>
          </a:xfrm>
        </p:grpSpPr>
        <p:sp>
          <p:nvSpPr>
            <p:cNvPr name="Freeform 21" id="21"/>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8093BB"/>
            </a:solidFill>
          </p:spPr>
        </p:sp>
        <p:sp>
          <p:nvSpPr>
            <p:cNvPr name="TextBox 22" id="22"/>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23" id="23"/>
          <p:cNvSpPr txBox="true"/>
          <p:nvPr/>
        </p:nvSpPr>
        <p:spPr>
          <a:xfrm rot="0">
            <a:off x="8974381"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1</a:t>
            </a:r>
          </a:p>
        </p:txBody>
      </p:sp>
      <p:sp>
        <p:nvSpPr>
          <p:cNvPr name="TextBox 24" id="24"/>
          <p:cNvSpPr txBox="true"/>
          <p:nvPr/>
        </p:nvSpPr>
        <p:spPr>
          <a:xfrm rot="0">
            <a:off x="8392828" y="7652261"/>
            <a:ext cx="2086564" cy="1323955"/>
          </a:xfrm>
          <a:prstGeom prst="rect">
            <a:avLst/>
          </a:prstGeom>
        </p:spPr>
        <p:txBody>
          <a:bodyPr anchor="t" rtlCol="false" tIns="0" lIns="0" bIns="0" rIns="0">
            <a:spAutoFit/>
          </a:bodyPr>
          <a:lstStyle/>
          <a:p>
            <a:pPr algn="ctr">
              <a:lnSpc>
                <a:spcPts val="1766"/>
              </a:lnSpc>
            </a:pPr>
            <a:r>
              <a:rPr lang="en-US" sz="1261">
                <a:solidFill>
                  <a:srgbClr val="FFFFFF"/>
                </a:solidFill>
                <a:latin typeface="Montserrat"/>
                <a:ea typeface="Montserrat"/>
                <a:cs typeface="Montserrat"/>
                <a:sym typeface="Montserrat"/>
              </a:rPr>
              <a:t>Lorem ipsum dolor sit amet, consectetur adipiscing elit. Duis viverra dui mauris, sed hendrerit mi cursus faucibus.</a:t>
            </a:r>
          </a:p>
        </p:txBody>
      </p:sp>
      <p:sp>
        <p:nvSpPr>
          <p:cNvPr name="TextBox 25" id="25"/>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8093BB"/>
                </a:solidFill>
                <a:latin typeface="Montserrat Bold"/>
                <a:ea typeface="Montserrat Bold"/>
                <a:cs typeface="Montserrat Bold"/>
                <a:sym typeface="Montserrat Bold"/>
              </a:rPr>
              <a:t>04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4773314" y="1181100"/>
            <a:ext cx="8741372" cy="1068862"/>
          </a:xfrm>
          <a:prstGeom prst="rect">
            <a:avLst/>
          </a:prstGeom>
        </p:spPr>
        <p:txBody>
          <a:bodyPr anchor="t" rtlCol="false" tIns="0" lIns="0" bIns="0" rIns="0">
            <a:spAutoFit/>
          </a:bodyPr>
          <a:lstStyle/>
          <a:p>
            <a:pPr algn="ctr">
              <a:lnSpc>
                <a:spcPts val="8058"/>
              </a:lnSpc>
            </a:pPr>
            <a:r>
              <a:rPr lang="en-US" b="true" sz="8058">
                <a:solidFill>
                  <a:srgbClr val="324370"/>
                </a:solidFill>
                <a:latin typeface="Montserrat Ultra-Bold"/>
                <a:ea typeface="Montserrat Ultra-Bold"/>
                <a:cs typeface="Montserrat Ultra-Bold"/>
                <a:sym typeface="Montserrat Ultra-Bold"/>
              </a:rPr>
              <a:t>DIS</a:t>
            </a:r>
            <a:r>
              <a:rPr lang="en-US" b="true" sz="8058">
                <a:solidFill>
                  <a:srgbClr val="324370"/>
                </a:solidFill>
                <a:latin typeface="Montserrat Ultra-Bold"/>
                <a:ea typeface="Montserrat Ultra-Bold"/>
                <a:cs typeface="Montserrat Ultra-Bold"/>
                <a:sym typeface="Montserrat Ultra-Bold"/>
              </a:rPr>
              <a:t>CUSSION</a:t>
            </a:r>
          </a:p>
        </p:txBody>
      </p:sp>
      <p:sp>
        <p:nvSpPr>
          <p:cNvPr name="TextBox 4" id="4"/>
          <p:cNvSpPr txBox="true"/>
          <p:nvPr/>
        </p:nvSpPr>
        <p:spPr>
          <a:xfrm rot="0">
            <a:off x="1314820" y="2846673"/>
            <a:ext cx="904367" cy="901976"/>
          </a:xfrm>
          <a:prstGeom prst="rect">
            <a:avLst/>
          </a:prstGeom>
        </p:spPr>
        <p:txBody>
          <a:bodyPr anchor="t" rtlCol="false" tIns="0" lIns="0" bIns="0" rIns="0">
            <a:spAutoFit/>
          </a:bodyPr>
          <a:lstStyle/>
          <a:p>
            <a:pPr algn="ctr">
              <a:lnSpc>
                <a:spcPts val="6768"/>
              </a:lnSpc>
            </a:pPr>
            <a:r>
              <a:rPr lang="en-US" b="true" sz="6768">
                <a:solidFill>
                  <a:srgbClr val="324370"/>
                </a:solidFill>
                <a:latin typeface="Montserrat Ultra-Bold"/>
                <a:ea typeface="Montserrat Ultra-Bold"/>
                <a:cs typeface="Montserrat Ultra-Bold"/>
                <a:sym typeface="Montserrat Ultra-Bold"/>
              </a:rPr>
              <a:t>1.</a:t>
            </a:r>
          </a:p>
        </p:txBody>
      </p:sp>
      <p:sp>
        <p:nvSpPr>
          <p:cNvPr name="TextBox 5" id="5"/>
          <p:cNvSpPr txBox="true"/>
          <p:nvPr/>
        </p:nvSpPr>
        <p:spPr>
          <a:xfrm rot="0">
            <a:off x="2431965" y="2687905"/>
            <a:ext cx="6351413" cy="1898762"/>
          </a:xfrm>
          <a:prstGeom prst="rect">
            <a:avLst/>
          </a:prstGeom>
        </p:spPr>
        <p:txBody>
          <a:bodyPr anchor="t" rtlCol="false" tIns="0" lIns="0" bIns="0" rIns="0">
            <a:spAutoFit/>
          </a:bodyPr>
          <a:lstStyle/>
          <a:p>
            <a:pPr algn="just">
              <a:lnSpc>
                <a:spcPts val="3025"/>
              </a:lnSpc>
            </a:pPr>
            <a:r>
              <a:rPr lang="en-US" sz="2161">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 Nulla quis libero scelerisque, hendrerit ex eu, varius metus.</a:t>
            </a:r>
          </a:p>
        </p:txBody>
      </p:sp>
      <p:sp>
        <p:nvSpPr>
          <p:cNvPr name="TextBox 6" id="6"/>
          <p:cNvSpPr txBox="true"/>
          <p:nvPr/>
        </p:nvSpPr>
        <p:spPr>
          <a:xfrm rot="0">
            <a:off x="9552247" y="2846673"/>
            <a:ext cx="904367" cy="901976"/>
          </a:xfrm>
          <a:prstGeom prst="rect">
            <a:avLst/>
          </a:prstGeom>
        </p:spPr>
        <p:txBody>
          <a:bodyPr anchor="t" rtlCol="false" tIns="0" lIns="0" bIns="0" rIns="0">
            <a:spAutoFit/>
          </a:bodyPr>
          <a:lstStyle/>
          <a:p>
            <a:pPr algn="ctr">
              <a:lnSpc>
                <a:spcPts val="6768"/>
              </a:lnSpc>
            </a:pPr>
            <a:r>
              <a:rPr lang="en-US" b="true" sz="6768">
                <a:solidFill>
                  <a:srgbClr val="324370"/>
                </a:solidFill>
                <a:latin typeface="Montserrat Ultra-Bold"/>
                <a:ea typeface="Montserrat Ultra-Bold"/>
                <a:cs typeface="Montserrat Ultra-Bold"/>
                <a:sym typeface="Montserrat Ultra-Bold"/>
              </a:rPr>
              <a:t>2.</a:t>
            </a:r>
          </a:p>
        </p:txBody>
      </p:sp>
      <p:sp>
        <p:nvSpPr>
          <p:cNvPr name="TextBox 7" id="7"/>
          <p:cNvSpPr txBox="true"/>
          <p:nvPr/>
        </p:nvSpPr>
        <p:spPr>
          <a:xfrm rot="0">
            <a:off x="10669392" y="2687905"/>
            <a:ext cx="6351413" cy="1898762"/>
          </a:xfrm>
          <a:prstGeom prst="rect">
            <a:avLst/>
          </a:prstGeom>
        </p:spPr>
        <p:txBody>
          <a:bodyPr anchor="t" rtlCol="false" tIns="0" lIns="0" bIns="0" rIns="0">
            <a:spAutoFit/>
          </a:bodyPr>
          <a:lstStyle/>
          <a:p>
            <a:pPr algn="just">
              <a:lnSpc>
                <a:spcPts val="3025"/>
              </a:lnSpc>
            </a:pPr>
            <a:r>
              <a:rPr lang="en-US" sz="2161">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 Nulla quis libero scelerisque, hendrerit ex eu, varius metus.</a:t>
            </a:r>
          </a:p>
        </p:txBody>
      </p:sp>
      <p:sp>
        <p:nvSpPr>
          <p:cNvPr name="TextBox 8" id="8"/>
          <p:cNvSpPr txBox="true"/>
          <p:nvPr/>
        </p:nvSpPr>
        <p:spPr>
          <a:xfrm rot="0">
            <a:off x="1314820" y="5182489"/>
            <a:ext cx="904367" cy="901976"/>
          </a:xfrm>
          <a:prstGeom prst="rect">
            <a:avLst/>
          </a:prstGeom>
        </p:spPr>
        <p:txBody>
          <a:bodyPr anchor="t" rtlCol="false" tIns="0" lIns="0" bIns="0" rIns="0">
            <a:spAutoFit/>
          </a:bodyPr>
          <a:lstStyle/>
          <a:p>
            <a:pPr algn="ctr">
              <a:lnSpc>
                <a:spcPts val="6768"/>
              </a:lnSpc>
            </a:pPr>
            <a:r>
              <a:rPr lang="en-US" b="true" sz="6768">
                <a:solidFill>
                  <a:srgbClr val="324370"/>
                </a:solidFill>
                <a:latin typeface="Montserrat Ultra-Bold"/>
                <a:ea typeface="Montserrat Ultra-Bold"/>
                <a:cs typeface="Montserrat Ultra-Bold"/>
                <a:sym typeface="Montserrat Ultra-Bold"/>
              </a:rPr>
              <a:t>3.</a:t>
            </a:r>
          </a:p>
        </p:txBody>
      </p:sp>
      <p:sp>
        <p:nvSpPr>
          <p:cNvPr name="TextBox 9" id="9"/>
          <p:cNvSpPr txBox="true"/>
          <p:nvPr/>
        </p:nvSpPr>
        <p:spPr>
          <a:xfrm rot="0">
            <a:off x="2431965" y="5023722"/>
            <a:ext cx="6351413" cy="1898762"/>
          </a:xfrm>
          <a:prstGeom prst="rect">
            <a:avLst/>
          </a:prstGeom>
        </p:spPr>
        <p:txBody>
          <a:bodyPr anchor="t" rtlCol="false" tIns="0" lIns="0" bIns="0" rIns="0">
            <a:spAutoFit/>
          </a:bodyPr>
          <a:lstStyle/>
          <a:p>
            <a:pPr algn="just">
              <a:lnSpc>
                <a:spcPts val="3025"/>
              </a:lnSpc>
            </a:pPr>
            <a:r>
              <a:rPr lang="en-US" sz="2161">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 Nulla quis libero scelerisque, hendrerit ex eu, varius metus.</a:t>
            </a:r>
          </a:p>
        </p:txBody>
      </p:sp>
      <p:sp>
        <p:nvSpPr>
          <p:cNvPr name="TextBox 10" id="10"/>
          <p:cNvSpPr txBox="true"/>
          <p:nvPr/>
        </p:nvSpPr>
        <p:spPr>
          <a:xfrm rot="0">
            <a:off x="9552247" y="5182489"/>
            <a:ext cx="904367" cy="901976"/>
          </a:xfrm>
          <a:prstGeom prst="rect">
            <a:avLst/>
          </a:prstGeom>
        </p:spPr>
        <p:txBody>
          <a:bodyPr anchor="t" rtlCol="false" tIns="0" lIns="0" bIns="0" rIns="0">
            <a:spAutoFit/>
          </a:bodyPr>
          <a:lstStyle/>
          <a:p>
            <a:pPr algn="ctr">
              <a:lnSpc>
                <a:spcPts val="6768"/>
              </a:lnSpc>
            </a:pPr>
            <a:r>
              <a:rPr lang="en-US" b="true" sz="6768">
                <a:solidFill>
                  <a:srgbClr val="324370"/>
                </a:solidFill>
                <a:latin typeface="Montserrat Ultra-Bold"/>
                <a:ea typeface="Montserrat Ultra-Bold"/>
                <a:cs typeface="Montserrat Ultra-Bold"/>
                <a:sym typeface="Montserrat Ultra-Bold"/>
              </a:rPr>
              <a:t>4.</a:t>
            </a:r>
          </a:p>
        </p:txBody>
      </p:sp>
      <p:sp>
        <p:nvSpPr>
          <p:cNvPr name="TextBox 11" id="11"/>
          <p:cNvSpPr txBox="true"/>
          <p:nvPr/>
        </p:nvSpPr>
        <p:spPr>
          <a:xfrm rot="0">
            <a:off x="10669392" y="5023722"/>
            <a:ext cx="6351413" cy="1898762"/>
          </a:xfrm>
          <a:prstGeom prst="rect">
            <a:avLst/>
          </a:prstGeom>
        </p:spPr>
        <p:txBody>
          <a:bodyPr anchor="t" rtlCol="false" tIns="0" lIns="0" bIns="0" rIns="0">
            <a:spAutoFit/>
          </a:bodyPr>
          <a:lstStyle/>
          <a:p>
            <a:pPr algn="just">
              <a:lnSpc>
                <a:spcPts val="3025"/>
              </a:lnSpc>
            </a:pPr>
            <a:r>
              <a:rPr lang="en-US" sz="2161">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 Nulla quis libero scelerisque, hendrerit ex eu, varius metus.</a:t>
            </a:r>
          </a:p>
        </p:txBody>
      </p:sp>
      <p:sp>
        <p:nvSpPr>
          <p:cNvPr name="TextBox 12" id="12"/>
          <p:cNvSpPr txBox="true"/>
          <p:nvPr/>
        </p:nvSpPr>
        <p:spPr>
          <a:xfrm rot="0">
            <a:off x="1314820" y="7518305"/>
            <a:ext cx="904367" cy="901976"/>
          </a:xfrm>
          <a:prstGeom prst="rect">
            <a:avLst/>
          </a:prstGeom>
        </p:spPr>
        <p:txBody>
          <a:bodyPr anchor="t" rtlCol="false" tIns="0" lIns="0" bIns="0" rIns="0">
            <a:spAutoFit/>
          </a:bodyPr>
          <a:lstStyle/>
          <a:p>
            <a:pPr algn="ctr">
              <a:lnSpc>
                <a:spcPts val="6768"/>
              </a:lnSpc>
            </a:pPr>
            <a:r>
              <a:rPr lang="en-US" b="true" sz="6768">
                <a:solidFill>
                  <a:srgbClr val="324370"/>
                </a:solidFill>
                <a:latin typeface="Montserrat Ultra-Bold"/>
                <a:ea typeface="Montserrat Ultra-Bold"/>
                <a:cs typeface="Montserrat Ultra-Bold"/>
                <a:sym typeface="Montserrat Ultra-Bold"/>
              </a:rPr>
              <a:t>5.</a:t>
            </a:r>
          </a:p>
        </p:txBody>
      </p:sp>
      <p:sp>
        <p:nvSpPr>
          <p:cNvPr name="TextBox 13" id="13"/>
          <p:cNvSpPr txBox="true"/>
          <p:nvPr/>
        </p:nvSpPr>
        <p:spPr>
          <a:xfrm rot="0">
            <a:off x="2431965" y="7359538"/>
            <a:ext cx="6351413" cy="1898762"/>
          </a:xfrm>
          <a:prstGeom prst="rect">
            <a:avLst/>
          </a:prstGeom>
        </p:spPr>
        <p:txBody>
          <a:bodyPr anchor="t" rtlCol="false" tIns="0" lIns="0" bIns="0" rIns="0">
            <a:spAutoFit/>
          </a:bodyPr>
          <a:lstStyle/>
          <a:p>
            <a:pPr algn="just">
              <a:lnSpc>
                <a:spcPts val="3025"/>
              </a:lnSpc>
            </a:pPr>
            <a:r>
              <a:rPr lang="en-US" sz="2161">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 Nulla quis libero scelerisque, hendrerit ex eu, varius metus.</a:t>
            </a:r>
          </a:p>
        </p:txBody>
      </p:sp>
      <p:sp>
        <p:nvSpPr>
          <p:cNvPr name="TextBox 14" id="14"/>
          <p:cNvSpPr txBox="true"/>
          <p:nvPr/>
        </p:nvSpPr>
        <p:spPr>
          <a:xfrm rot="0">
            <a:off x="9552247" y="7518305"/>
            <a:ext cx="904367" cy="901976"/>
          </a:xfrm>
          <a:prstGeom prst="rect">
            <a:avLst/>
          </a:prstGeom>
        </p:spPr>
        <p:txBody>
          <a:bodyPr anchor="t" rtlCol="false" tIns="0" lIns="0" bIns="0" rIns="0">
            <a:spAutoFit/>
          </a:bodyPr>
          <a:lstStyle/>
          <a:p>
            <a:pPr algn="ctr">
              <a:lnSpc>
                <a:spcPts val="6768"/>
              </a:lnSpc>
            </a:pPr>
            <a:r>
              <a:rPr lang="en-US" b="true" sz="6768">
                <a:solidFill>
                  <a:srgbClr val="324370"/>
                </a:solidFill>
                <a:latin typeface="Montserrat Ultra-Bold"/>
                <a:ea typeface="Montserrat Ultra-Bold"/>
                <a:cs typeface="Montserrat Ultra-Bold"/>
                <a:sym typeface="Montserrat Ultra-Bold"/>
              </a:rPr>
              <a:t>6.</a:t>
            </a:r>
          </a:p>
        </p:txBody>
      </p:sp>
      <p:sp>
        <p:nvSpPr>
          <p:cNvPr name="TextBox 15" id="15"/>
          <p:cNvSpPr txBox="true"/>
          <p:nvPr/>
        </p:nvSpPr>
        <p:spPr>
          <a:xfrm rot="0">
            <a:off x="10669392" y="7359538"/>
            <a:ext cx="6351413" cy="1898762"/>
          </a:xfrm>
          <a:prstGeom prst="rect">
            <a:avLst/>
          </a:prstGeom>
        </p:spPr>
        <p:txBody>
          <a:bodyPr anchor="t" rtlCol="false" tIns="0" lIns="0" bIns="0" rIns="0">
            <a:spAutoFit/>
          </a:bodyPr>
          <a:lstStyle/>
          <a:p>
            <a:pPr algn="just">
              <a:lnSpc>
                <a:spcPts val="3025"/>
              </a:lnSpc>
            </a:pPr>
            <a:r>
              <a:rPr lang="en-US" sz="2161">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 Nulla quis libero scelerisque, hendrerit ex eu, varius metus.</a:t>
            </a:r>
          </a:p>
        </p:txBody>
      </p:sp>
      <p:sp>
        <p:nvSpPr>
          <p:cNvPr name="TextBox 16" id="16"/>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8093BB"/>
                </a:solidFill>
                <a:latin typeface="Montserrat Bold"/>
                <a:ea typeface="Montserrat Bold"/>
                <a:cs typeface="Montserrat Bold"/>
                <a:sym typeface="Montserrat Bold"/>
              </a:rPr>
              <a:t>05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4773314" y="1181100"/>
            <a:ext cx="8741372" cy="1068862"/>
          </a:xfrm>
          <a:prstGeom prst="rect">
            <a:avLst/>
          </a:prstGeom>
        </p:spPr>
        <p:txBody>
          <a:bodyPr anchor="t" rtlCol="false" tIns="0" lIns="0" bIns="0" rIns="0">
            <a:spAutoFit/>
          </a:bodyPr>
          <a:lstStyle/>
          <a:p>
            <a:pPr algn="ctr">
              <a:lnSpc>
                <a:spcPts val="8058"/>
              </a:lnSpc>
            </a:pPr>
            <a:r>
              <a:rPr lang="en-US" b="true" sz="8058">
                <a:solidFill>
                  <a:srgbClr val="324370"/>
                </a:solidFill>
                <a:latin typeface="Montserrat Ultra-Bold"/>
                <a:ea typeface="Montserrat Ultra-Bold"/>
                <a:cs typeface="Montserrat Ultra-Bold"/>
                <a:sym typeface="Montserrat Ultra-Bold"/>
              </a:rPr>
              <a:t>ANALY</a:t>
            </a:r>
            <a:r>
              <a:rPr lang="en-US" b="true" sz="8058">
                <a:solidFill>
                  <a:srgbClr val="324370"/>
                </a:solidFill>
                <a:latin typeface="Montserrat Ultra-Bold"/>
                <a:ea typeface="Montserrat Ultra-Bold"/>
                <a:cs typeface="Montserrat Ultra-Bold"/>
                <a:sym typeface="Montserrat Ultra-Bold"/>
              </a:rPr>
              <a:t>SIS</a:t>
            </a:r>
          </a:p>
        </p:txBody>
      </p:sp>
      <p:sp>
        <p:nvSpPr>
          <p:cNvPr name="TextBox 4" id="4"/>
          <p:cNvSpPr txBox="true"/>
          <p:nvPr/>
        </p:nvSpPr>
        <p:spPr>
          <a:xfrm rot="0">
            <a:off x="1028700" y="2675223"/>
            <a:ext cx="16230600" cy="2174811"/>
          </a:xfrm>
          <a:prstGeom prst="rect">
            <a:avLst/>
          </a:prstGeom>
        </p:spPr>
        <p:txBody>
          <a:bodyPr anchor="t" rtlCol="false" tIns="0" lIns="0" bIns="0" rIns="0">
            <a:spAutoFit/>
          </a:bodyPr>
          <a:lstStyle/>
          <a:p>
            <a:pPr algn="just">
              <a:lnSpc>
                <a:spcPts val="3500"/>
              </a:lnSpc>
            </a:pPr>
            <a:r>
              <a:rPr lang="en-US" sz="2500">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 Nulla quis libero scelerisque, hendrerit ex eu, varius metus. Vestibulum scelerisque tellus velit, sed tempus massa venenatis eu. Duis sit amet elementum diam. Cras blandit feugiat arcu, id tempor dui finibus ac. Pellentesque faucibus feugiat nibh vel feugiat.</a:t>
            </a:r>
          </a:p>
        </p:txBody>
      </p:sp>
      <p:sp>
        <p:nvSpPr>
          <p:cNvPr name="Freeform 5" id="5"/>
          <p:cNvSpPr/>
          <p:nvPr/>
        </p:nvSpPr>
        <p:spPr>
          <a:xfrm flipH="false" flipV="false" rot="0">
            <a:off x="1028700" y="6853144"/>
            <a:ext cx="16230600" cy="2405156"/>
          </a:xfrm>
          <a:custGeom>
            <a:avLst/>
            <a:gdLst/>
            <a:ahLst/>
            <a:cxnLst/>
            <a:rect r="r" b="b" t="t" l="l"/>
            <a:pathLst>
              <a:path h="2405156" w="16230600">
                <a:moveTo>
                  <a:pt x="0" y="0"/>
                </a:moveTo>
                <a:lnTo>
                  <a:pt x="16230600" y="0"/>
                </a:lnTo>
                <a:lnTo>
                  <a:pt x="16230600" y="2405156"/>
                </a:lnTo>
                <a:lnTo>
                  <a:pt x="0" y="2405156"/>
                </a:lnTo>
                <a:lnTo>
                  <a:pt x="0" y="0"/>
                </a:lnTo>
                <a:close/>
              </a:path>
            </a:pathLst>
          </a:custGeom>
          <a:blipFill>
            <a:blip r:embed="rId3"/>
            <a:stretch>
              <a:fillRect l="0" t="-182867" r="0" b="-167424"/>
            </a:stretch>
          </a:blipFill>
        </p:spPr>
      </p:sp>
      <p:grpSp>
        <p:nvGrpSpPr>
          <p:cNvPr name="Group 6" id="6"/>
          <p:cNvGrpSpPr/>
          <p:nvPr/>
        </p:nvGrpSpPr>
        <p:grpSpPr>
          <a:xfrm rot="0">
            <a:off x="1028700" y="5143500"/>
            <a:ext cx="5410200" cy="2101888"/>
            <a:chOff x="0" y="0"/>
            <a:chExt cx="1378861" cy="535694"/>
          </a:xfrm>
        </p:grpSpPr>
        <p:sp>
          <p:nvSpPr>
            <p:cNvPr name="Freeform 7" id="7"/>
            <p:cNvSpPr/>
            <p:nvPr/>
          </p:nvSpPr>
          <p:spPr>
            <a:xfrm flipH="false" flipV="false" rot="0">
              <a:off x="0" y="0"/>
              <a:ext cx="1378861" cy="535694"/>
            </a:xfrm>
            <a:custGeom>
              <a:avLst/>
              <a:gdLst/>
              <a:ahLst/>
              <a:cxnLst/>
              <a:rect r="r" b="b" t="t" l="l"/>
              <a:pathLst>
                <a:path h="535694" w="1378861">
                  <a:moveTo>
                    <a:pt x="0" y="0"/>
                  </a:moveTo>
                  <a:lnTo>
                    <a:pt x="1378861" y="0"/>
                  </a:lnTo>
                  <a:lnTo>
                    <a:pt x="1378861" y="535694"/>
                  </a:lnTo>
                  <a:lnTo>
                    <a:pt x="0" y="535694"/>
                  </a:lnTo>
                  <a:close/>
                </a:path>
              </a:pathLst>
            </a:custGeom>
            <a:solidFill>
              <a:srgbClr val="8093BB"/>
            </a:solidFill>
          </p:spPr>
        </p:sp>
        <p:sp>
          <p:nvSpPr>
            <p:cNvPr name="TextBox 8" id="8"/>
            <p:cNvSpPr txBox="true"/>
            <p:nvPr/>
          </p:nvSpPr>
          <p:spPr>
            <a:xfrm>
              <a:off x="0" y="-38100"/>
              <a:ext cx="1378861" cy="573794"/>
            </a:xfrm>
            <a:prstGeom prst="rect">
              <a:avLst/>
            </a:prstGeom>
          </p:spPr>
          <p:txBody>
            <a:bodyPr anchor="ctr" rtlCol="false" tIns="42129" lIns="42129" bIns="42129" rIns="42129"/>
            <a:lstStyle/>
            <a:p>
              <a:pPr algn="ctr">
                <a:lnSpc>
                  <a:spcPts val="2659"/>
                </a:lnSpc>
              </a:pPr>
            </a:p>
          </p:txBody>
        </p:sp>
      </p:grpSp>
      <p:grpSp>
        <p:nvGrpSpPr>
          <p:cNvPr name="Group 9" id="9"/>
          <p:cNvGrpSpPr/>
          <p:nvPr/>
        </p:nvGrpSpPr>
        <p:grpSpPr>
          <a:xfrm rot="0">
            <a:off x="6438900" y="5143500"/>
            <a:ext cx="5410200" cy="2101888"/>
            <a:chOff x="0" y="0"/>
            <a:chExt cx="1378861" cy="535694"/>
          </a:xfrm>
        </p:grpSpPr>
        <p:sp>
          <p:nvSpPr>
            <p:cNvPr name="Freeform 10" id="10"/>
            <p:cNvSpPr/>
            <p:nvPr/>
          </p:nvSpPr>
          <p:spPr>
            <a:xfrm flipH="false" flipV="false" rot="0">
              <a:off x="0" y="0"/>
              <a:ext cx="1378861" cy="535694"/>
            </a:xfrm>
            <a:custGeom>
              <a:avLst/>
              <a:gdLst/>
              <a:ahLst/>
              <a:cxnLst/>
              <a:rect r="r" b="b" t="t" l="l"/>
              <a:pathLst>
                <a:path h="535694" w="1378861">
                  <a:moveTo>
                    <a:pt x="0" y="0"/>
                  </a:moveTo>
                  <a:lnTo>
                    <a:pt x="1378861" y="0"/>
                  </a:lnTo>
                  <a:lnTo>
                    <a:pt x="1378861" y="535694"/>
                  </a:lnTo>
                  <a:lnTo>
                    <a:pt x="0" y="535694"/>
                  </a:lnTo>
                  <a:close/>
                </a:path>
              </a:pathLst>
            </a:custGeom>
            <a:solidFill>
              <a:srgbClr val="546791"/>
            </a:solidFill>
          </p:spPr>
        </p:sp>
        <p:sp>
          <p:nvSpPr>
            <p:cNvPr name="TextBox 11" id="11"/>
            <p:cNvSpPr txBox="true"/>
            <p:nvPr/>
          </p:nvSpPr>
          <p:spPr>
            <a:xfrm>
              <a:off x="0" y="-38100"/>
              <a:ext cx="1378861" cy="573794"/>
            </a:xfrm>
            <a:prstGeom prst="rect">
              <a:avLst/>
            </a:prstGeom>
          </p:spPr>
          <p:txBody>
            <a:bodyPr anchor="ctr" rtlCol="false" tIns="42129" lIns="42129" bIns="42129" rIns="42129"/>
            <a:lstStyle/>
            <a:p>
              <a:pPr algn="ctr">
                <a:lnSpc>
                  <a:spcPts val="2659"/>
                </a:lnSpc>
              </a:pPr>
            </a:p>
          </p:txBody>
        </p:sp>
      </p:grpSp>
      <p:grpSp>
        <p:nvGrpSpPr>
          <p:cNvPr name="Group 12" id="12"/>
          <p:cNvGrpSpPr/>
          <p:nvPr/>
        </p:nvGrpSpPr>
        <p:grpSpPr>
          <a:xfrm rot="0">
            <a:off x="11849100" y="5143500"/>
            <a:ext cx="5410200" cy="2101888"/>
            <a:chOff x="0" y="0"/>
            <a:chExt cx="1378861" cy="535694"/>
          </a:xfrm>
        </p:grpSpPr>
        <p:sp>
          <p:nvSpPr>
            <p:cNvPr name="Freeform 13" id="13"/>
            <p:cNvSpPr/>
            <p:nvPr/>
          </p:nvSpPr>
          <p:spPr>
            <a:xfrm flipH="false" flipV="false" rot="0">
              <a:off x="0" y="0"/>
              <a:ext cx="1378861" cy="535694"/>
            </a:xfrm>
            <a:custGeom>
              <a:avLst/>
              <a:gdLst/>
              <a:ahLst/>
              <a:cxnLst/>
              <a:rect r="r" b="b" t="t" l="l"/>
              <a:pathLst>
                <a:path h="535694" w="1378861">
                  <a:moveTo>
                    <a:pt x="0" y="0"/>
                  </a:moveTo>
                  <a:lnTo>
                    <a:pt x="1378861" y="0"/>
                  </a:lnTo>
                  <a:lnTo>
                    <a:pt x="1378861" y="535694"/>
                  </a:lnTo>
                  <a:lnTo>
                    <a:pt x="0" y="535694"/>
                  </a:lnTo>
                  <a:close/>
                </a:path>
              </a:pathLst>
            </a:custGeom>
            <a:solidFill>
              <a:srgbClr val="334368"/>
            </a:solidFill>
          </p:spPr>
        </p:sp>
        <p:sp>
          <p:nvSpPr>
            <p:cNvPr name="TextBox 14" id="14"/>
            <p:cNvSpPr txBox="true"/>
            <p:nvPr/>
          </p:nvSpPr>
          <p:spPr>
            <a:xfrm>
              <a:off x="0" y="-38100"/>
              <a:ext cx="1378861" cy="573794"/>
            </a:xfrm>
            <a:prstGeom prst="rect">
              <a:avLst/>
            </a:prstGeom>
          </p:spPr>
          <p:txBody>
            <a:bodyPr anchor="ctr" rtlCol="false" tIns="42129" lIns="42129" bIns="42129" rIns="42129"/>
            <a:lstStyle/>
            <a:p>
              <a:pPr algn="ctr">
                <a:lnSpc>
                  <a:spcPts val="2659"/>
                </a:lnSpc>
              </a:pPr>
            </a:p>
          </p:txBody>
        </p:sp>
      </p:grpSp>
      <p:grpSp>
        <p:nvGrpSpPr>
          <p:cNvPr name="Group 15" id="15"/>
          <p:cNvGrpSpPr/>
          <p:nvPr/>
        </p:nvGrpSpPr>
        <p:grpSpPr>
          <a:xfrm rot="0">
            <a:off x="2028062" y="5470504"/>
            <a:ext cx="3411476" cy="1447880"/>
            <a:chOff x="0" y="0"/>
            <a:chExt cx="4548635" cy="1930507"/>
          </a:xfrm>
        </p:grpSpPr>
        <p:sp>
          <p:nvSpPr>
            <p:cNvPr name="TextBox 16" id="16"/>
            <p:cNvSpPr txBox="true"/>
            <p:nvPr/>
          </p:nvSpPr>
          <p:spPr>
            <a:xfrm rot="0">
              <a:off x="0" y="180975"/>
              <a:ext cx="1766549" cy="1749532"/>
            </a:xfrm>
            <a:prstGeom prst="rect">
              <a:avLst/>
            </a:prstGeom>
          </p:spPr>
          <p:txBody>
            <a:bodyPr anchor="t" rtlCol="false" tIns="0" lIns="0" bIns="0" rIns="0">
              <a:spAutoFit/>
            </a:bodyPr>
            <a:lstStyle/>
            <a:p>
              <a:pPr algn="ctr">
                <a:lnSpc>
                  <a:spcPts val="9512"/>
                </a:lnSpc>
              </a:pPr>
              <a:r>
                <a:rPr lang="en-US" b="true" sz="9512">
                  <a:solidFill>
                    <a:srgbClr val="FFFFFF"/>
                  </a:solidFill>
                  <a:latin typeface="Montserrat Ultra-Bold"/>
                  <a:ea typeface="Montserrat Ultra-Bold"/>
                  <a:cs typeface="Montserrat Ultra-Bold"/>
                  <a:sym typeface="Montserrat Ultra-Bold"/>
                </a:rPr>
                <a:t>1</a:t>
              </a:r>
            </a:p>
          </p:txBody>
        </p:sp>
        <p:sp>
          <p:nvSpPr>
            <p:cNvPr name="TextBox 17" id="17"/>
            <p:cNvSpPr txBox="true"/>
            <p:nvPr/>
          </p:nvSpPr>
          <p:spPr>
            <a:xfrm rot="0">
              <a:off x="1766549" y="76266"/>
              <a:ext cx="2782085" cy="1729120"/>
            </a:xfrm>
            <a:prstGeom prst="rect">
              <a:avLst/>
            </a:prstGeom>
          </p:spPr>
          <p:txBody>
            <a:bodyPr anchor="t" rtlCol="false" tIns="0" lIns="0" bIns="0" rIns="0">
              <a:spAutoFit/>
            </a:bodyPr>
            <a:lstStyle/>
            <a:p>
              <a:pPr algn="l">
                <a:lnSpc>
                  <a:spcPts val="1766"/>
                </a:lnSpc>
              </a:pPr>
              <a:r>
                <a:rPr lang="en-US" sz="1261">
                  <a:solidFill>
                    <a:srgbClr val="FFFFFF"/>
                  </a:solidFill>
                  <a:latin typeface="Montserrat"/>
                  <a:ea typeface="Montserrat"/>
                  <a:cs typeface="Montserrat"/>
                  <a:sym typeface="Montserrat"/>
                </a:rPr>
                <a:t>Lorem ipsum dolor sit amet, consectetur adipiscing elit. Duis viverra dui mauris, sed hendrerit mi cursus faucibus.</a:t>
              </a:r>
            </a:p>
          </p:txBody>
        </p:sp>
      </p:grpSp>
      <p:sp>
        <p:nvSpPr>
          <p:cNvPr name="TextBox 18" id="18"/>
          <p:cNvSpPr txBox="true"/>
          <p:nvPr/>
        </p:nvSpPr>
        <p:spPr>
          <a:xfrm rot="0">
            <a:off x="7438262" y="5651479"/>
            <a:ext cx="1324912" cy="1266905"/>
          </a:xfrm>
          <a:prstGeom prst="rect">
            <a:avLst/>
          </a:prstGeom>
        </p:spPr>
        <p:txBody>
          <a:bodyPr anchor="t" rtlCol="false" tIns="0" lIns="0" bIns="0" rIns="0">
            <a:spAutoFit/>
          </a:bodyPr>
          <a:lstStyle/>
          <a:p>
            <a:pPr algn="ctr">
              <a:lnSpc>
                <a:spcPts val="9512"/>
              </a:lnSpc>
            </a:pPr>
            <a:r>
              <a:rPr lang="en-US" b="true" sz="9512">
                <a:solidFill>
                  <a:srgbClr val="FFFFFF"/>
                </a:solidFill>
                <a:latin typeface="Montserrat Ultra-Bold"/>
                <a:ea typeface="Montserrat Ultra-Bold"/>
                <a:cs typeface="Montserrat Ultra-Bold"/>
                <a:sym typeface="Montserrat Ultra-Bold"/>
              </a:rPr>
              <a:t>2</a:t>
            </a:r>
          </a:p>
        </p:txBody>
      </p:sp>
      <p:sp>
        <p:nvSpPr>
          <p:cNvPr name="TextBox 19" id="19"/>
          <p:cNvSpPr txBox="true"/>
          <p:nvPr/>
        </p:nvSpPr>
        <p:spPr>
          <a:xfrm rot="0">
            <a:off x="8763174" y="5522941"/>
            <a:ext cx="2086564" cy="1301603"/>
          </a:xfrm>
          <a:prstGeom prst="rect">
            <a:avLst/>
          </a:prstGeom>
        </p:spPr>
        <p:txBody>
          <a:bodyPr anchor="t" rtlCol="false" tIns="0" lIns="0" bIns="0" rIns="0">
            <a:spAutoFit/>
          </a:bodyPr>
          <a:lstStyle/>
          <a:p>
            <a:pPr algn="l">
              <a:lnSpc>
                <a:spcPts val="1766"/>
              </a:lnSpc>
            </a:pPr>
            <a:r>
              <a:rPr lang="en-US" sz="1261">
                <a:solidFill>
                  <a:srgbClr val="FFFFFF"/>
                </a:solidFill>
                <a:latin typeface="Montserrat"/>
                <a:ea typeface="Montserrat"/>
                <a:cs typeface="Montserrat"/>
                <a:sym typeface="Montserrat"/>
              </a:rPr>
              <a:t>Lorem ipsum dolor sit amet, consectetur adipiscing elit. Duis viverra dui mauris, sed hendrerit mi cursus faucibus.</a:t>
            </a:r>
          </a:p>
        </p:txBody>
      </p:sp>
      <p:sp>
        <p:nvSpPr>
          <p:cNvPr name="TextBox 20" id="20"/>
          <p:cNvSpPr txBox="true"/>
          <p:nvPr/>
        </p:nvSpPr>
        <p:spPr>
          <a:xfrm rot="0">
            <a:off x="12848462" y="5651479"/>
            <a:ext cx="1324912" cy="1266905"/>
          </a:xfrm>
          <a:prstGeom prst="rect">
            <a:avLst/>
          </a:prstGeom>
        </p:spPr>
        <p:txBody>
          <a:bodyPr anchor="t" rtlCol="false" tIns="0" lIns="0" bIns="0" rIns="0">
            <a:spAutoFit/>
          </a:bodyPr>
          <a:lstStyle/>
          <a:p>
            <a:pPr algn="ctr">
              <a:lnSpc>
                <a:spcPts val="9512"/>
              </a:lnSpc>
            </a:pPr>
            <a:r>
              <a:rPr lang="en-US" b="true" sz="9512">
                <a:solidFill>
                  <a:srgbClr val="FFFFFF"/>
                </a:solidFill>
                <a:latin typeface="Montserrat Ultra-Bold"/>
                <a:ea typeface="Montserrat Ultra-Bold"/>
                <a:cs typeface="Montserrat Ultra-Bold"/>
                <a:sym typeface="Montserrat Ultra-Bold"/>
              </a:rPr>
              <a:t>3</a:t>
            </a:r>
          </a:p>
        </p:txBody>
      </p:sp>
      <p:sp>
        <p:nvSpPr>
          <p:cNvPr name="TextBox 21" id="21"/>
          <p:cNvSpPr txBox="true"/>
          <p:nvPr/>
        </p:nvSpPr>
        <p:spPr>
          <a:xfrm rot="0">
            <a:off x="14173374" y="5522941"/>
            <a:ext cx="2086564" cy="1301603"/>
          </a:xfrm>
          <a:prstGeom prst="rect">
            <a:avLst/>
          </a:prstGeom>
        </p:spPr>
        <p:txBody>
          <a:bodyPr anchor="t" rtlCol="false" tIns="0" lIns="0" bIns="0" rIns="0">
            <a:spAutoFit/>
          </a:bodyPr>
          <a:lstStyle/>
          <a:p>
            <a:pPr algn="l">
              <a:lnSpc>
                <a:spcPts val="1766"/>
              </a:lnSpc>
            </a:pPr>
            <a:r>
              <a:rPr lang="en-US" sz="1261">
                <a:solidFill>
                  <a:srgbClr val="FFFFFF"/>
                </a:solidFill>
                <a:latin typeface="Montserrat"/>
                <a:ea typeface="Montserrat"/>
                <a:cs typeface="Montserrat"/>
                <a:sym typeface="Montserrat"/>
              </a:rPr>
              <a:t>Lorem ipsum dolor sit amet, consectetur adipiscing elit. Duis viverra dui mauris, sed hendrerit mi cursus faucibus.</a:t>
            </a:r>
          </a:p>
        </p:txBody>
      </p:sp>
      <p:sp>
        <p:nvSpPr>
          <p:cNvPr name="TextBox 22" id="22"/>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8093BB"/>
                </a:solidFill>
                <a:latin typeface="Montserrat Bold"/>
                <a:ea typeface="Montserrat Bold"/>
                <a:cs typeface="Montserrat Bold"/>
                <a:sym typeface="Montserrat Bold"/>
              </a:rPr>
              <a:t>06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1034394" y="2718873"/>
            <a:ext cx="11833597" cy="1736674"/>
          </a:xfrm>
          <a:prstGeom prst="rect">
            <a:avLst/>
          </a:prstGeom>
        </p:spPr>
        <p:txBody>
          <a:bodyPr anchor="t" rtlCol="false" tIns="0" lIns="0" bIns="0" rIns="0">
            <a:spAutoFit/>
          </a:bodyPr>
          <a:lstStyle/>
          <a:p>
            <a:pPr algn="just">
              <a:lnSpc>
                <a:spcPts val="3500"/>
              </a:lnSpc>
            </a:pPr>
            <a:r>
              <a:rPr lang="en-US" sz="2500">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 Nulla quis libero scelerisque, hendrerit ex eu, varius metus. Vestibulum scelerisque tellus velit, sed tempus massa venenatis eu.</a:t>
            </a:r>
          </a:p>
        </p:txBody>
      </p:sp>
      <p:sp>
        <p:nvSpPr>
          <p:cNvPr name="TextBox 4" id="4"/>
          <p:cNvSpPr txBox="true"/>
          <p:nvPr/>
        </p:nvSpPr>
        <p:spPr>
          <a:xfrm rot="0">
            <a:off x="1034394" y="1242180"/>
            <a:ext cx="9156430" cy="1119633"/>
          </a:xfrm>
          <a:prstGeom prst="rect">
            <a:avLst/>
          </a:prstGeom>
        </p:spPr>
        <p:txBody>
          <a:bodyPr anchor="t" rtlCol="false" tIns="0" lIns="0" bIns="0" rIns="0">
            <a:spAutoFit/>
          </a:bodyPr>
          <a:lstStyle/>
          <a:p>
            <a:pPr algn="l">
              <a:lnSpc>
                <a:spcPts val="8456"/>
              </a:lnSpc>
            </a:pPr>
            <a:r>
              <a:rPr lang="en-US" sz="8456" b="true">
                <a:solidFill>
                  <a:srgbClr val="324370"/>
                </a:solidFill>
                <a:latin typeface="Montserrat Ultra-Bold"/>
                <a:ea typeface="Montserrat Ultra-Bold"/>
                <a:cs typeface="Montserrat Ultra-Bold"/>
                <a:sym typeface="Montserrat Ultra-Bold"/>
              </a:rPr>
              <a:t>RES</a:t>
            </a:r>
            <a:r>
              <a:rPr lang="en-US" b="true" sz="8456">
                <a:solidFill>
                  <a:srgbClr val="324370"/>
                </a:solidFill>
                <a:latin typeface="Montserrat Ultra-Bold"/>
                <a:ea typeface="Montserrat Ultra-Bold"/>
                <a:cs typeface="Montserrat Ultra-Bold"/>
                <a:sym typeface="Montserrat Ultra-Bold"/>
              </a:rPr>
              <a:t>ULT</a:t>
            </a:r>
          </a:p>
        </p:txBody>
      </p:sp>
      <p:pic>
        <p:nvPicPr>
          <p:cNvPr name="Picture 5" id="5"/>
          <p:cNvPicPr>
            <a:picLocks noChangeAspect="true"/>
          </p:cNvPicPr>
          <p:nvPr/>
        </p:nvPicPr>
        <p:blipFill>
          <a:blip r:embed="rId3"/>
          <a:stretch>
            <a:fillRect/>
          </a:stretch>
        </p:blipFill>
        <p:spPr>
          <a:xfrm rot="0">
            <a:off x="-587527" y="3233676"/>
            <a:ext cx="19463054" cy="7594990"/>
          </a:xfrm>
          <a:prstGeom prst="rect">
            <a:avLst/>
          </a:prstGeom>
        </p:spPr>
      </p:pic>
      <p:sp>
        <p:nvSpPr>
          <p:cNvPr name="TextBox 6" id="6"/>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8093BB"/>
                </a:solidFill>
                <a:latin typeface="Montserrat Bold"/>
                <a:ea typeface="Montserrat Bold"/>
                <a:cs typeface="Montserrat Bold"/>
                <a:sym typeface="Montserrat Bold"/>
              </a:rPr>
              <a:t>07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1034394" y="2718873"/>
            <a:ext cx="8109606" cy="1881582"/>
          </a:xfrm>
          <a:prstGeom prst="rect">
            <a:avLst/>
          </a:prstGeom>
        </p:spPr>
        <p:txBody>
          <a:bodyPr anchor="t" rtlCol="false" tIns="0" lIns="0" bIns="0" rIns="0">
            <a:spAutoFit/>
          </a:bodyPr>
          <a:lstStyle/>
          <a:p>
            <a:pPr algn="just">
              <a:lnSpc>
                <a:spcPts val="3017"/>
              </a:lnSpc>
            </a:pPr>
            <a:r>
              <a:rPr lang="en-US" sz="2155">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 Nulla quis libero scelerisque, hendrerit ex eu, varius metus. Vestibulum scelerisque tellus velit, sed tempus massa venenatis eu.</a:t>
            </a:r>
          </a:p>
        </p:txBody>
      </p:sp>
      <p:sp>
        <p:nvSpPr>
          <p:cNvPr name="TextBox 4" id="4"/>
          <p:cNvSpPr txBox="true"/>
          <p:nvPr/>
        </p:nvSpPr>
        <p:spPr>
          <a:xfrm rot="0">
            <a:off x="1034394" y="1242180"/>
            <a:ext cx="9156430" cy="1119633"/>
          </a:xfrm>
          <a:prstGeom prst="rect">
            <a:avLst/>
          </a:prstGeom>
        </p:spPr>
        <p:txBody>
          <a:bodyPr anchor="t" rtlCol="false" tIns="0" lIns="0" bIns="0" rIns="0">
            <a:spAutoFit/>
          </a:bodyPr>
          <a:lstStyle/>
          <a:p>
            <a:pPr algn="l">
              <a:lnSpc>
                <a:spcPts val="8456"/>
              </a:lnSpc>
            </a:pPr>
            <a:r>
              <a:rPr lang="en-US" sz="8456" b="true">
                <a:solidFill>
                  <a:srgbClr val="324370"/>
                </a:solidFill>
                <a:latin typeface="Montserrat Ultra-Bold"/>
                <a:ea typeface="Montserrat Ultra-Bold"/>
                <a:cs typeface="Montserrat Ultra-Bold"/>
                <a:sym typeface="Montserrat Ultra-Bold"/>
              </a:rPr>
              <a:t>CONC</a:t>
            </a:r>
            <a:r>
              <a:rPr lang="en-US" b="true" sz="8456">
                <a:solidFill>
                  <a:srgbClr val="324370"/>
                </a:solidFill>
                <a:latin typeface="Montserrat Ultra-Bold"/>
                <a:ea typeface="Montserrat Ultra-Bold"/>
                <a:cs typeface="Montserrat Ultra-Bold"/>
                <a:sym typeface="Montserrat Ultra-Bold"/>
              </a:rPr>
              <a:t>LUSION</a:t>
            </a:r>
          </a:p>
        </p:txBody>
      </p:sp>
      <p:pic>
        <p:nvPicPr>
          <p:cNvPr name="Picture 5" id="5"/>
          <p:cNvPicPr>
            <a:picLocks noChangeAspect="true"/>
          </p:cNvPicPr>
          <p:nvPr/>
        </p:nvPicPr>
        <p:blipFill>
          <a:blip r:embed="rId3"/>
          <a:stretch>
            <a:fillRect/>
          </a:stretch>
        </p:blipFill>
        <p:spPr>
          <a:xfrm rot="0">
            <a:off x="224384" y="4190495"/>
            <a:ext cx="9720125" cy="5804952"/>
          </a:xfrm>
          <a:prstGeom prst="rect">
            <a:avLst/>
          </a:prstGeom>
        </p:spPr>
      </p:pic>
      <p:sp>
        <p:nvSpPr>
          <p:cNvPr name="TextBox 6" id="6"/>
          <p:cNvSpPr txBox="true"/>
          <p:nvPr/>
        </p:nvSpPr>
        <p:spPr>
          <a:xfrm rot="0">
            <a:off x="10749213" y="4562355"/>
            <a:ext cx="6488498" cy="1383006"/>
          </a:xfrm>
          <a:prstGeom prst="rect">
            <a:avLst/>
          </a:prstGeom>
        </p:spPr>
        <p:txBody>
          <a:bodyPr anchor="t" rtlCol="false" tIns="0" lIns="0" bIns="0" rIns="0">
            <a:spAutoFit/>
          </a:bodyPr>
          <a:lstStyle/>
          <a:p>
            <a:pPr algn="just">
              <a:lnSpc>
                <a:spcPts val="2786"/>
              </a:lnSpc>
            </a:pPr>
            <a:r>
              <a:rPr lang="en-US" sz="1990">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a:t>
            </a:r>
          </a:p>
        </p:txBody>
      </p:sp>
      <p:grpSp>
        <p:nvGrpSpPr>
          <p:cNvPr name="Group 7" id="7"/>
          <p:cNvGrpSpPr/>
          <p:nvPr/>
        </p:nvGrpSpPr>
        <p:grpSpPr>
          <a:xfrm rot="0">
            <a:off x="9844203" y="4600455"/>
            <a:ext cx="640252" cy="571101"/>
            <a:chOff x="0" y="0"/>
            <a:chExt cx="280059" cy="249811"/>
          </a:xfrm>
        </p:grpSpPr>
        <p:sp>
          <p:nvSpPr>
            <p:cNvPr name="Freeform 8" id="8"/>
            <p:cNvSpPr/>
            <p:nvPr/>
          </p:nvSpPr>
          <p:spPr>
            <a:xfrm flipH="false" flipV="false" rot="0">
              <a:off x="0" y="0"/>
              <a:ext cx="280059" cy="249811"/>
            </a:xfrm>
            <a:custGeom>
              <a:avLst/>
              <a:gdLst/>
              <a:ahLst/>
              <a:cxnLst/>
              <a:rect r="r" b="b" t="t" l="l"/>
              <a:pathLst>
                <a:path h="249811" w="280059">
                  <a:moveTo>
                    <a:pt x="0" y="0"/>
                  </a:moveTo>
                  <a:lnTo>
                    <a:pt x="280059" y="0"/>
                  </a:lnTo>
                  <a:lnTo>
                    <a:pt x="280059" y="249811"/>
                  </a:lnTo>
                  <a:lnTo>
                    <a:pt x="0" y="249811"/>
                  </a:lnTo>
                  <a:close/>
                </a:path>
              </a:pathLst>
            </a:custGeom>
            <a:solidFill>
              <a:srgbClr val="334368"/>
            </a:solidFill>
          </p:spPr>
        </p:sp>
        <p:sp>
          <p:nvSpPr>
            <p:cNvPr name="TextBox 9" id="9"/>
            <p:cNvSpPr txBox="true"/>
            <p:nvPr/>
          </p:nvSpPr>
          <p:spPr>
            <a:xfrm>
              <a:off x="0" y="-38100"/>
              <a:ext cx="280059" cy="287911"/>
            </a:xfrm>
            <a:prstGeom prst="rect">
              <a:avLst/>
            </a:prstGeom>
          </p:spPr>
          <p:txBody>
            <a:bodyPr anchor="ctr" rtlCol="false" tIns="25874" lIns="25874" bIns="25874" rIns="25874"/>
            <a:lstStyle/>
            <a:p>
              <a:pPr algn="ctr">
                <a:lnSpc>
                  <a:spcPts val="2659"/>
                </a:lnSpc>
              </a:pPr>
            </a:p>
          </p:txBody>
        </p:sp>
      </p:grpSp>
      <p:sp>
        <p:nvSpPr>
          <p:cNvPr name="TextBox 10" id="10"/>
          <p:cNvSpPr txBox="true"/>
          <p:nvPr/>
        </p:nvSpPr>
        <p:spPr>
          <a:xfrm rot="0">
            <a:off x="9902429" y="4728081"/>
            <a:ext cx="523799" cy="363474"/>
          </a:xfrm>
          <a:prstGeom prst="rect">
            <a:avLst/>
          </a:prstGeom>
        </p:spPr>
        <p:txBody>
          <a:bodyPr anchor="t" rtlCol="false" tIns="0" lIns="0" bIns="0" rIns="0">
            <a:spAutoFit/>
          </a:bodyPr>
          <a:lstStyle/>
          <a:p>
            <a:pPr algn="ctr">
              <a:lnSpc>
                <a:spcPts val="2700"/>
              </a:lnSpc>
            </a:pPr>
            <a:r>
              <a:rPr lang="en-US" b="true" sz="2700">
                <a:solidFill>
                  <a:srgbClr val="FFFFFF"/>
                </a:solidFill>
                <a:latin typeface="Montserrat Ultra-Bold"/>
                <a:ea typeface="Montserrat Ultra-Bold"/>
                <a:cs typeface="Montserrat Ultra-Bold"/>
                <a:sym typeface="Montserrat Ultra-Bold"/>
              </a:rPr>
              <a:t>1</a:t>
            </a:r>
          </a:p>
        </p:txBody>
      </p:sp>
      <p:sp>
        <p:nvSpPr>
          <p:cNvPr name="TextBox 11" id="11"/>
          <p:cNvSpPr txBox="true"/>
          <p:nvPr/>
        </p:nvSpPr>
        <p:spPr>
          <a:xfrm rot="0">
            <a:off x="10754471" y="6173472"/>
            <a:ext cx="6483239" cy="1383006"/>
          </a:xfrm>
          <a:prstGeom prst="rect">
            <a:avLst/>
          </a:prstGeom>
        </p:spPr>
        <p:txBody>
          <a:bodyPr anchor="t" rtlCol="false" tIns="0" lIns="0" bIns="0" rIns="0">
            <a:spAutoFit/>
          </a:bodyPr>
          <a:lstStyle/>
          <a:p>
            <a:pPr algn="just">
              <a:lnSpc>
                <a:spcPts val="2786"/>
              </a:lnSpc>
            </a:pPr>
            <a:r>
              <a:rPr lang="en-US" sz="1990">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a:t>
            </a:r>
          </a:p>
        </p:txBody>
      </p:sp>
      <p:grpSp>
        <p:nvGrpSpPr>
          <p:cNvPr name="Group 12" id="12"/>
          <p:cNvGrpSpPr/>
          <p:nvPr/>
        </p:nvGrpSpPr>
        <p:grpSpPr>
          <a:xfrm rot="0">
            <a:off x="9849462" y="6211572"/>
            <a:ext cx="640252" cy="571101"/>
            <a:chOff x="0" y="0"/>
            <a:chExt cx="280059" cy="249811"/>
          </a:xfrm>
        </p:grpSpPr>
        <p:sp>
          <p:nvSpPr>
            <p:cNvPr name="Freeform 13" id="13"/>
            <p:cNvSpPr/>
            <p:nvPr/>
          </p:nvSpPr>
          <p:spPr>
            <a:xfrm flipH="false" flipV="false" rot="0">
              <a:off x="0" y="0"/>
              <a:ext cx="280059" cy="249811"/>
            </a:xfrm>
            <a:custGeom>
              <a:avLst/>
              <a:gdLst/>
              <a:ahLst/>
              <a:cxnLst/>
              <a:rect r="r" b="b" t="t" l="l"/>
              <a:pathLst>
                <a:path h="249811" w="280059">
                  <a:moveTo>
                    <a:pt x="0" y="0"/>
                  </a:moveTo>
                  <a:lnTo>
                    <a:pt x="280059" y="0"/>
                  </a:lnTo>
                  <a:lnTo>
                    <a:pt x="280059" y="249811"/>
                  </a:lnTo>
                  <a:lnTo>
                    <a:pt x="0" y="249811"/>
                  </a:lnTo>
                  <a:close/>
                </a:path>
              </a:pathLst>
            </a:custGeom>
            <a:solidFill>
              <a:srgbClr val="334368"/>
            </a:solidFill>
          </p:spPr>
        </p:sp>
        <p:sp>
          <p:nvSpPr>
            <p:cNvPr name="TextBox 14" id="14"/>
            <p:cNvSpPr txBox="true"/>
            <p:nvPr/>
          </p:nvSpPr>
          <p:spPr>
            <a:xfrm>
              <a:off x="0" y="-38100"/>
              <a:ext cx="280059" cy="287911"/>
            </a:xfrm>
            <a:prstGeom prst="rect">
              <a:avLst/>
            </a:prstGeom>
          </p:spPr>
          <p:txBody>
            <a:bodyPr anchor="ctr" rtlCol="false" tIns="25874" lIns="25874" bIns="25874" rIns="25874"/>
            <a:lstStyle/>
            <a:p>
              <a:pPr algn="ctr">
                <a:lnSpc>
                  <a:spcPts val="2659"/>
                </a:lnSpc>
              </a:pPr>
            </a:p>
          </p:txBody>
        </p:sp>
      </p:grpSp>
      <p:sp>
        <p:nvSpPr>
          <p:cNvPr name="TextBox 15" id="15"/>
          <p:cNvSpPr txBox="true"/>
          <p:nvPr/>
        </p:nvSpPr>
        <p:spPr>
          <a:xfrm rot="0">
            <a:off x="9907688" y="6339198"/>
            <a:ext cx="523799" cy="363474"/>
          </a:xfrm>
          <a:prstGeom prst="rect">
            <a:avLst/>
          </a:prstGeom>
        </p:spPr>
        <p:txBody>
          <a:bodyPr anchor="t" rtlCol="false" tIns="0" lIns="0" bIns="0" rIns="0">
            <a:spAutoFit/>
          </a:bodyPr>
          <a:lstStyle/>
          <a:p>
            <a:pPr algn="ctr">
              <a:lnSpc>
                <a:spcPts val="2700"/>
              </a:lnSpc>
            </a:pPr>
            <a:r>
              <a:rPr lang="en-US" b="true" sz="2700">
                <a:solidFill>
                  <a:srgbClr val="FFFFFF"/>
                </a:solidFill>
                <a:latin typeface="Montserrat Ultra-Bold"/>
                <a:ea typeface="Montserrat Ultra-Bold"/>
                <a:cs typeface="Montserrat Ultra-Bold"/>
                <a:sym typeface="Montserrat Ultra-Bold"/>
              </a:rPr>
              <a:t>2</a:t>
            </a:r>
          </a:p>
        </p:txBody>
      </p:sp>
      <p:sp>
        <p:nvSpPr>
          <p:cNvPr name="TextBox 16" id="16"/>
          <p:cNvSpPr txBox="true"/>
          <p:nvPr/>
        </p:nvSpPr>
        <p:spPr>
          <a:xfrm rot="0">
            <a:off x="10759730" y="7784588"/>
            <a:ext cx="6477980" cy="1383006"/>
          </a:xfrm>
          <a:prstGeom prst="rect">
            <a:avLst/>
          </a:prstGeom>
        </p:spPr>
        <p:txBody>
          <a:bodyPr anchor="t" rtlCol="false" tIns="0" lIns="0" bIns="0" rIns="0">
            <a:spAutoFit/>
          </a:bodyPr>
          <a:lstStyle/>
          <a:p>
            <a:pPr algn="just">
              <a:lnSpc>
                <a:spcPts val="2786"/>
              </a:lnSpc>
            </a:pPr>
            <a:r>
              <a:rPr lang="en-US" sz="1990">
                <a:solidFill>
                  <a:srgbClr val="324370"/>
                </a:solidFill>
                <a:latin typeface="Montserrat"/>
                <a:ea typeface="Montserrat"/>
                <a:cs typeface="Montserrat"/>
                <a:sym typeface="Montserrat"/>
              </a:rPr>
              <a:t>Lorem ipsum dolor sit amet, consectetur adipiscing elit. Duis viverra dui mauris, sed hendrerit mi cursus faucibus. Proin accumsan arcu eu tempus molestie.</a:t>
            </a:r>
          </a:p>
        </p:txBody>
      </p:sp>
      <p:grpSp>
        <p:nvGrpSpPr>
          <p:cNvPr name="Group 17" id="17"/>
          <p:cNvGrpSpPr/>
          <p:nvPr/>
        </p:nvGrpSpPr>
        <p:grpSpPr>
          <a:xfrm rot="0">
            <a:off x="9854720" y="7822688"/>
            <a:ext cx="640252" cy="571101"/>
            <a:chOff x="0" y="0"/>
            <a:chExt cx="280059" cy="249811"/>
          </a:xfrm>
        </p:grpSpPr>
        <p:sp>
          <p:nvSpPr>
            <p:cNvPr name="Freeform 18" id="18"/>
            <p:cNvSpPr/>
            <p:nvPr/>
          </p:nvSpPr>
          <p:spPr>
            <a:xfrm flipH="false" flipV="false" rot="0">
              <a:off x="0" y="0"/>
              <a:ext cx="280059" cy="249811"/>
            </a:xfrm>
            <a:custGeom>
              <a:avLst/>
              <a:gdLst/>
              <a:ahLst/>
              <a:cxnLst/>
              <a:rect r="r" b="b" t="t" l="l"/>
              <a:pathLst>
                <a:path h="249811" w="280059">
                  <a:moveTo>
                    <a:pt x="0" y="0"/>
                  </a:moveTo>
                  <a:lnTo>
                    <a:pt x="280059" y="0"/>
                  </a:lnTo>
                  <a:lnTo>
                    <a:pt x="280059" y="249811"/>
                  </a:lnTo>
                  <a:lnTo>
                    <a:pt x="0" y="249811"/>
                  </a:lnTo>
                  <a:close/>
                </a:path>
              </a:pathLst>
            </a:custGeom>
            <a:solidFill>
              <a:srgbClr val="334368"/>
            </a:solidFill>
          </p:spPr>
        </p:sp>
        <p:sp>
          <p:nvSpPr>
            <p:cNvPr name="TextBox 19" id="19"/>
            <p:cNvSpPr txBox="true"/>
            <p:nvPr/>
          </p:nvSpPr>
          <p:spPr>
            <a:xfrm>
              <a:off x="0" y="-38100"/>
              <a:ext cx="280059" cy="287911"/>
            </a:xfrm>
            <a:prstGeom prst="rect">
              <a:avLst/>
            </a:prstGeom>
          </p:spPr>
          <p:txBody>
            <a:bodyPr anchor="ctr" rtlCol="false" tIns="25874" lIns="25874" bIns="25874" rIns="25874"/>
            <a:lstStyle/>
            <a:p>
              <a:pPr algn="ctr">
                <a:lnSpc>
                  <a:spcPts val="2659"/>
                </a:lnSpc>
              </a:pPr>
            </a:p>
          </p:txBody>
        </p:sp>
      </p:grpSp>
      <p:sp>
        <p:nvSpPr>
          <p:cNvPr name="TextBox 20" id="20"/>
          <p:cNvSpPr txBox="true"/>
          <p:nvPr/>
        </p:nvSpPr>
        <p:spPr>
          <a:xfrm rot="0">
            <a:off x="9912946" y="7950314"/>
            <a:ext cx="523799" cy="363474"/>
          </a:xfrm>
          <a:prstGeom prst="rect">
            <a:avLst/>
          </a:prstGeom>
        </p:spPr>
        <p:txBody>
          <a:bodyPr anchor="t" rtlCol="false" tIns="0" lIns="0" bIns="0" rIns="0">
            <a:spAutoFit/>
          </a:bodyPr>
          <a:lstStyle/>
          <a:p>
            <a:pPr algn="ctr">
              <a:lnSpc>
                <a:spcPts val="2700"/>
              </a:lnSpc>
            </a:pPr>
            <a:r>
              <a:rPr lang="en-US" b="true" sz="2700">
                <a:solidFill>
                  <a:srgbClr val="FFFFFF"/>
                </a:solidFill>
                <a:latin typeface="Montserrat Ultra-Bold"/>
                <a:ea typeface="Montserrat Ultra-Bold"/>
                <a:cs typeface="Montserrat Ultra-Bold"/>
                <a:sym typeface="Montserrat Ultra-Bold"/>
              </a:rPr>
              <a:t>3</a:t>
            </a:r>
          </a:p>
        </p:txBody>
      </p:sp>
      <p:sp>
        <p:nvSpPr>
          <p:cNvPr name="Freeform 21" id="21"/>
          <p:cNvSpPr/>
          <p:nvPr/>
        </p:nvSpPr>
        <p:spPr>
          <a:xfrm flipH="false" flipV="false" rot="0">
            <a:off x="9844203" y="1721034"/>
            <a:ext cx="7394207" cy="2536521"/>
          </a:xfrm>
          <a:custGeom>
            <a:avLst/>
            <a:gdLst/>
            <a:ahLst/>
            <a:cxnLst/>
            <a:rect r="r" b="b" t="t" l="l"/>
            <a:pathLst>
              <a:path h="2536521" w="7394207">
                <a:moveTo>
                  <a:pt x="0" y="0"/>
                </a:moveTo>
                <a:lnTo>
                  <a:pt x="7394207" y="0"/>
                </a:lnTo>
                <a:lnTo>
                  <a:pt x="7394207" y="2536521"/>
                </a:lnTo>
                <a:lnTo>
                  <a:pt x="0" y="2536521"/>
                </a:lnTo>
                <a:lnTo>
                  <a:pt x="0" y="0"/>
                </a:lnTo>
                <a:close/>
              </a:path>
            </a:pathLst>
          </a:custGeom>
          <a:blipFill>
            <a:blip r:embed="rId4"/>
            <a:stretch>
              <a:fillRect l="0" t="-72254" r="0" b="-22327"/>
            </a:stretch>
          </a:blipFill>
        </p:spPr>
      </p:sp>
      <p:sp>
        <p:nvSpPr>
          <p:cNvPr name="TextBox 22" id="22"/>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8093BB"/>
                </a:solidFill>
                <a:latin typeface="Montserrat Bold"/>
                <a:ea typeface="Montserrat Bold"/>
                <a:cs typeface="Montserrat Bold"/>
                <a:sym typeface="Montserrat Bold"/>
              </a:rPr>
              <a:t>08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580528" y="5143500"/>
            <a:ext cx="6374432" cy="5431548"/>
          </a:xfrm>
          <a:custGeom>
            <a:avLst/>
            <a:gdLst/>
            <a:ahLst/>
            <a:cxnLst/>
            <a:rect r="r" b="b" t="t" l="l"/>
            <a:pathLst>
              <a:path h="5431548" w="6374432">
                <a:moveTo>
                  <a:pt x="0" y="0"/>
                </a:moveTo>
                <a:lnTo>
                  <a:pt x="6374432" y="0"/>
                </a:lnTo>
                <a:lnTo>
                  <a:pt x="6374432" y="5431548"/>
                </a:lnTo>
                <a:lnTo>
                  <a:pt x="0" y="54315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2275902" y="-805572"/>
            <a:ext cx="6374432" cy="5431548"/>
          </a:xfrm>
          <a:custGeom>
            <a:avLst/>
            <a:gdLst/>
            <a:ahLst/>
            <a:cxnLst/>
            <a:rect r="r" b="b" t="t" l="l"/>
            <a:pathLst>
              <a:path h="5431548" w="6374432">
                <a:moveTo>
                  <a:pt x="6374432" y="5431548"/>
                </a:moveTo>
                <a:lnTo>
                  <a:pt x="0" y="5431548"/>
                </a:lnTo>
                <a:lnTo>
                  <a:pt x="0" y="0"/>
                </a:lnTo>
                <a:lnTo>
                  <a:pt x="6374432" y="0"/>
                </a:lnTo>
                <a:lnTo>
                  <a:pt x="6374432" y="543154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true" rot="5400000">
            <a:off x="15923080" y="-1557401"/>
            <a:ext cx="3461576" cy="4114800"/>
          </a:xfrm>
          <a:custGeom>
            <a:avLst/>
            <a:gdLst/>
            <a:ahLst/>
            <a:cxnLst/>
            <a:rect r="r" b="b" t="t" l="l"/>
            <a:pathLst>
              <a:path h="4114800" w="3461576">
                <a:moveTo>
                  <a:pt x="3461576" y="4114800"/>
                </a:moveTo>
                <a:lnTo>
                  <a:pt x="0" y="4114800"/>
                </a:lnTo>
                <a:lnTo>
                  <a:pt x="0" y="0"/>
                </a:lnTo>
                <a:lnTo>
                  <a:pt x="3461576" y="0"/>
                </a:lnTo>
                <a:lnTo>
                  <a:pt x="3461576"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5400000">
            <a:off x="-1076725" y="7532662"/>
            <a:ext cx="3461576" cy="4114800"/>
          </a:xfrm>
          <a:custGeom>
            <a:avLst/>
            <a:gdLst/>
            <a:ahLst/>
            <a:cxnLst/>
            <a:rect r="r" b="b" t="t" l="l"/>
            <a:pathLst>
              <a:path h="4114800" w="3461576">
                <a:moveTo>
                  <a:pt x="0" y="0"/>
                </a:moveTo>
                <a:lnTo>
                  <a:pt x="3461576" y="0"/>
                </a:lnTo>
                <a:lnTo>
                  <a:pt x="346157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true" rot="0">
            <a:off x="-1939298" y="-147198"/>
            <a:ext cx="5186723" cy="4114800"/>
          </a:xfrm>
          <a:custGeom>
            <a:avLst/>
            <a:gdLst/>
            <a:ahLst/>
            <a:cxnLst/>
            <a:rect r="r" b="b" t="t" l="l"/>
            <a:pathLst>
              <a:path h="4114800" w="5186723">
                <a:moveTo>
                  <a:pt x="0" y="4114800"/>
                </a:moveTo>
                <a:lnTo>
                  <a:pt x="5186722" y="4114800"/>
                </a:lnTo>
                <a:lnTo>
                  <a:pt x="5186722" y="0"/>
                </a:lnTo>
                <a:lnTo>
                  <a:pt x="0" y="0"/>
                </a:lnTo>
                <a:lnTo>
                  <a:pt x="0" y="411480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786995" y="4435409"/>
            <a:ext cx="14714010" cy="1654307"/>
          </a:xfrm>
          <a:prstGeom prst="rect">
            <a:avLst/>
          </a:prstGeom>
        </p:spPr>
        <p:txBody>
          <a:bodyPr anchor="t" rtlCol="false" tIns="0" lIns="0" bIns="0" rIns="0">
            <a:spAutoFit/>
          </a:bodyPr>
          <a:lstStyle/>
          <a:p>
            <a:pPr algn="ctr">
              <a:lnSpc>
                <a:spcPts val="12417"/>
              </a:lnSpc>
            </a:pPr>
            <a:r>
              <a:rPr lang="en-US" b="true" sz="12417">
                <a:solidFill>
                  <a:srgbClr val="324370"/>
                </a:solidFill>
                <a:latin typeface="Montserrat Ultra-Bold"/>
                <a:ea typeface="Montserrat Ultra-Bold"/>
                <a:cs typeface="Montserrat Ultra-Bold"/>
                <a:sym typeface="Montserrat Ultra-Bold"/>
              </a:rPr>
              <a:t>THANK YOU</a:t>
            </a:r>
          </a:p>
        </p:txBody>
      </p:sp>
      <p:sp>
        <p:nvSpPr>
          <p:cNvPr name="TextBox 9" id="9"/>
          <p:cNvSpPr txBox="true"/>
          <p:nvPr/>
        </p:nvSpPr>
        <p:spPr>
          <a:xfrm rot="0">
            <a:off x="5368405" y="8597887"/>
            <a:ext cx="7551191" cy="514337"/>
          </a:xfrm>
          <a:prstGeom prst="rect">
            <a:avLst/>
          </a:prstGeom>
        </p:spPr>
        <p:txBody>
          <a:bodyPr anchor="t" rtlCol="false" tIns="0" lIns="0" bIns="0" rIns="0">
            <a:spAutoFit/>
          </a:bodyPr>
          <a:lstStyle/>
          <a:p>
            <a:pPr algn="ctr">
              <a:lnSpc>
                <a:spcPts val="4200"/>
              </a:lnSpc>
            </a:pPr>
            <a:r>
              <a:rPr lang="en-US" sz="3000">
                <a:solidFill>
                  <a:srgbClr val="334368"/>
                </a:solidFill>
                <a:latin typeface="Montserrat"/>
                <a:ea typeface="Montserrat"/>
                <a:cs typeface="Montserrat"/>
                <a:sym typeface="Montserrat"/>
              </a:rPr>
              <a:t>reallygreatsite.com</a:t>
            </a:r>
          </a:p>
        </p:txBody>
      </p:sp>
      <p:sp>
        <p:nvSpPr>
          <p:cNvPr name="Freeform 10" id="10"/>
          <p:cNvSpPr/>
          <p:nvPr/>
        </p:nvSpPr>
        <p:spPr>
          <a:xfrm flipH="true" flipV="false" rot="0">
            <a:off x="14665939" y="6826231"/>
            <a:ext cx="5186723" cy="4114800"/>
          </a:xfrm>
          <a:custGeom>
            <a:avLst/>
            <a:gdLst/>
            <a:ahLst/>
            <a:cxnLst/>
            <a:rect r="r" b="b" t="t" l="l"/>
            <a:pathLst>
              <a:path h="4114800" w="5186723">
                <a:moveTo>
                  <a:pt x="5186722" y="0"/>
                </a:moveTo>
                <a:lnTo>
                  <a:pt x="0" y="0"/>
                </a:lnTo>
                <a:lnTo>
                  <a:pt x="0" y="4114800"/>
                </a:lnTo>
                <a:lnTo>
                  <a:pt x="5186722" y="4114800"/>
                </a:lnTo>
                <a:lnTo>
                  <a:pt x="5186722"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DAHXBvF-vcw</dc:identifier>
  <dcterms:modified xsi:type="dcterms:W3CDTF">2011-08-01T06:04:30Z</dcterms:modified>
  <cp:revision>1</cp:revision>
  <dc:title>Blue Modern Tech Project Presentation</dc:title>
</cp:coreProperties>
</file>