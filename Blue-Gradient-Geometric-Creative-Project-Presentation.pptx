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Lexend Exa" panose="020B0604020202020204" charset="0"/>
      <p:regular r:id="rId15"/>
    </p:embeddedFont>
    <p:embeddedFont>
      <p:font typeface="Michroma" panose="020B0604020202020204" charset="0"/>
      <p:regular r:id="rId16"/>
    </p:embeddedFont>
    <p:embeddedFont>
      <p:font typeface="Petrona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4139891"/>
            <a:ext cx="18288000" cy="7747462"/>
          </a:xfrm>
          <a:custGeom>
            <a:avLst/>
            <a:gdLst/>
            <a:ahLst/>
            <a:cxnLst/>
            <a:rect l="l" t="t" r="r" b="b"/>
            <a:pathLst>
              <a:path w="18288000" h="7747462">
                <a:moveTo>
                  <a:pt x="0" y="0"/>
                </a:moveTo>
                <a:lnTo>
                  <a:pt x="18288000" y="0"/>
                </a:lnTo>
                <a:lnTo>
                  <a:pt x="18288000" y="7747462"/>
                </a:lnTo>
                <a:lnTo>
                  <a:pt x="0" y="7747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53263" y="2739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8" y="0"/>
                </a:lnTo>
                <a:lnTo>
                  <a:pt x="3934538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472544" y="2575137"/>
            <a:ext cx="1071963" cy="1071963"/>
          </a:xfrm>
          <a:custGeom>
            <a:avLst/>
            <a:gdLst/>
            <a:ahLst/>
            <a:cxnLst/>
            <a:rect l="l" t="t" r="r" b="b"/>
            <a:pathLst>
              <a:path w="1071963" h="1071963">
                <a:moveTo>
                  <a:pt x="0" y="0"/>
                </a:moveTo>
                <a:lnTo>
                  <a:pt x="1071963" y="0"/>
                </a:lnTo>
                <a:lnTo>
                  <a:pt x="1071963" y="1071963"/>
                </a:lnTo>
                <a:lnTo>
                  <a:pt x="0" y="10719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V="1">
            <a:off x="14815456" y="25091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3472544"/>
                </a:moveTo>
                <a:lnTo>
                  <a:pt x="3472544" y="3472544"/>
                </a:lnTo>
                <a:lnTo>
                  <a:pt x="3472544" y="0"/>
                </a:lnTo>
                <a:lnTo>
                  <a:pt x="0" y="0"/>
                </a:lnTo>
                <a:lnTo>
                  <a:pt x="0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220532" y="2697775"/>
            <a:ext cx="1190287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Lexend Exa"/>
                <a:ea typeface="Lexend Exa"/>
                <a:cs typeface="Lexend Exa"/>
                <a:sym typeface="Lexend Exa"/>
              </a:rPr>
              <a:t>PAYPRO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8559" y="4196375"/>
            <a:ext cx="13830882" cy="188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DYNAMICS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48187" y="85035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8" y="0"/>
                </a:lnTo>
                <a:lnTo>
                  <a:pt x="3934538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4815456" y="25091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3472544"/>
                </a:moveTo>
                <a:lnTo>
                  <a:pt x="3472544" y="3472544"/>
                </a:lnTo>
                <a:lnTo>
                  <a:pt x="3472544" y="0"/>
                </a:lnTo>
                <a:lnTo>
                  <a:pt x="0" y="0"/>
                </a:lnTo>
                <a:lnTo>
                  <a:pt x="0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472544" y="2880098"/>
            <a:ext cx="11342913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Lexend Exa"/>
                <a:ea typeface="Lexend Exa"/>
                <a:cs typeface="Lexend Exa"/>
                <a:sym typeface="Lexend Exa"/>
              </a:rPr>
              <a:t>INTRODUCTION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184868" y="4371835"/>
            <a:ext cx="11473285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Pay Pro Dynamics is a web-based Employee Payroll Management System built with PHP, HTML, CSS, JavaScript, and MySQL, running locally on XAMPP.  Manages employee records, departments, positions, attendance, deductions, and  semi-monthly payroll.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Payroll is computed on the server and produces printable payslips.</a:t>
            </a:r>
          </a:p>
          <a:p>
            <a:pPr algn="ctr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Petrona"/>
              <a:ea typeface="Petrona"/>
              <a:cs typeface="Petrona"/>
              <a:sym typeface="Petro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5275" y="2739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8" y="0"/>
                </a:lnTo>
                <a:lnTo>
                  <a:pt x="3934538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815456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0"/>
                </a:moveTo>
                <a:lnTo>
                  <a:pt x="3472544" y="0"/>
                </a:lnTo>
                <a:lnTo>
                  <a:pt x="3472544" y="3472544"/>
                </a:lnTo>
                <a:lnTo>
                  <a:pt x="0" y="3472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54996" y="1452620"/>
            <a:ext cx="8770985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Lexend Exa"/>
                <a:ea typeface="Lexend Exa"/>
                <a:cs typeface="Lexend Exa"/>
                <a:sym typeface="Lexend Exa"/>
              </a:rPr>
              <a:t>OBJECTIVE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352334" y="2748756"/>
            <a:ext cx="11862439" cy="613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5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Maintain complete employee, department, and position records with search and filtering.</a:t>
            </a:r>
          </a:p>
          <a:p>
            <a:pPr algn="l">
              <a:lnSpc>
                <a:spcPts val="3519"/>
              </a:lnSpc>
            </a:pPr>
            <a:endParaRPr lang="en-US" sz="251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519"/>
              </a:lnSpc>
            </a:pPr>
            <a:r>
              <a:rPr lang="en-US" sz="25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2. Record daily attendance and apply overtime and late hours to payroll.</a:t>
            </a:r>
          </a:p>
          <a:p>
            <a:pPr algn="l">
              <a:lnSpc>
                <a:spcPts val="3519"/>
              </a:lnSpc>
            </a:pPr>
            <a:endParaRPr lang="en-US" sz="251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519"/>
              </a:lnSpc>
            </a:pPr>
            <a:r>
              <a:rPr lang="en-US" sz="25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3. Compute accurate semi-monthly payroll with Philippine deductions and a Draft-Processed-Paid workflow.</a:t>
            </a:r>
          </a:p>
          <a:p>
            <a:pPr algn="l">
              <a:lnSpc>
                <a:spcPts val="3519"/>
              </a:lnSpc>
            </a:pPr>
            <a:endParaRPr lang="en-US" sz="251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519"/>
              </a:lnSpc>
            </a:pPr>
            <a:r>
              <a:rPr lang="en-US" sz="25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4. Generate printable payslips searchable by employee name, plus printable and exportable reports.</a:t>
            </a:r>
          </a:p>
          <a:p>
            <a:pPr algn="l">
              <a:lnSpc>
                <a:spcPts val="3519"/>
              </a:lnSpc>
            </a:pPr>
            <a:endParaRPr lang="en-US" sz="251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519"/>
              </a:lnSpc>
            </a:pPr>
            <a:r>
              <a:rPr lang="en-US" sz="25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5. Enforce role-based access so each account type only reaches its allowed modules.</a:t>
            </a:r>
          </a:p>
          <a:p>
            <a:pPr algn="l">
              <a:lnSpc>
                <a:spcPts val="3519"/>
              </a:lnSpc>
            </a:pPr>
            <a:endParaRPr lang="en-US" sz="2513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24762" y="2739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8" y="0"/>
                </a:lnTo>
                <a:lnTo>
                  <a:pt x="3934538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 flipV="1">
            <a:off x="414353" y="0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3" y="3472544"/>
                </a:moveTo>
                <a:lnTo>
                  <a:pt x="0" y="3472544"/>
                </a:lnTo>
                <a:lnTo>
                  <a:pt x="0" y="0"/>
                </a:lnTo>
                <a:lnTo>
                  <a:pt x="3472543" y="0"/>
                </a:lnTo>
                <a:lnTo>
                  <a:pt x="3472543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153565" y="2067971"/>
            <a:ext cx="10527884" cy="107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71"/>
              </a:lnSpc>
            </a:pPr>
            <a:r>
              <a:rPr lang="en-US" sz="619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SCOPE AND LIMITATIONS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472544" y="4899169"/>
            <a:ext cx="10208906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Employee, department, and position management.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Attendance, Overtime, late hours, and deduction recording.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Semi Monthly payroll computation and processing.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Payslip generation, printing and reports with CSV export.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Role based acces using ADMIN, MANAGER, and EMPLOYEE accounts.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2349" y="4082668"/>
            <a:ext cx="7150787" cy="62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4"/>
              </a:lnSpc>
            </a:pPr>
            <a:r>
              <a:rPr lang="en-US" sz="3531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SCOPE: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09567" y="85035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7" y="0"/>
                </a:lnTo>
                <a:lnTo>
                  <a:pt x="3934537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4676836" y="0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3472544"/>
                </a:moveTo>
                <a:lnTo>
                  <a:pt x="3472543" y="3472544"/>
                </a:lnTo>
                <a:lnTo>
                  <a:pt x="3472543" y="0"/>
                </a:lnTo>
                <a:lnTo>
                  <a:pt x="0" y="0"/>
                </a:lnTo>
                <a:lnTo>
                  <a:pt x="0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472544" y="3802247"/>
            <a:ext cx="11603113" cy="2885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system is documented as running locally on XAMMP.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Only ADMIN and MANAGER can create or payroll.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share EMPLOYEE account is intended for payslip searching and printing.</a:t>
            </a:r>
          </a:p>
          <a:p>
            <a:pPr algn="l">
              <a:lnSpc>
                <a:spcPts val="4539"/>
              </a:lnSpc>
            </a:pPr>
            <a:r>
              <a:rPr lang="en-US" sz="3242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source documen does not specify cloud or mobile access.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24576" y="2887703"/>
            <a:ext cx="1618357" cy="62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2"/>
              </a:lnSpc>
            </a:pPr>
            <a:r>
              <a:rPr lang="en-US" sz="353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LIMITS: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709567" y="8503584"/>
            <a:ext cx="3934538" cy="1509432"/>
          </a:xfrm>
          <a:custGeom>
            <a:avLst/>
            <a:gdLst/>
            <a:ahLst/>
            <a:cxnLst/>
            <a:rect l="l" t="t" r="r" b="b"/>
            <a:pathLst>
              <a:path w="3934538" h="1509432">
                <a:moveTo>
                  <a:pt x="0" y="0"/>
                </a:moveTo>
                <a:lnTo>
                  <a:pt x="3934537" y="0"/>
                </a:lnTo>
                <a:lnTo>
                  <a:pt x="3934537" y="1509432"/>
                </a:lnTo>
                <a:lnTo>
                  <a:pt x="0" y="1509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4676836" y="0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3472544"/>
                </a:moveTo>
                <a:lnTo>
                  <a:pt x="3472543" y="3472544"/>
                </a:lnTo>
                <a:lnTo>
                  <a:pt x="3472543" y="0"/>
                </a:lnTo>
                <a:lnTo>
                  <a:pt x="0" y="0"/>
                </a:lnTo>
                <a:lnTo>
                  <a:pt x="0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549755" y="1916159"/>
            <a:ext cx="995675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COMPONENTS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49755" y="3169584"/>
            <a:ext cx="11608741" cy="533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- Secure login and role based access.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 - System overview and payroll charts.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 Management - Employee, Department, and position records.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Attendance - Daily attendance, overtime, and late hours.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Deductions - Tax, SSS, PhilHealth, Pag-IBIG, and loans.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Payroll &amp; Payslip - Computation, processing, and printable payslips.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Reports &amp; Database - reports, CSV export, and MYSQL data storage.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54611" y="8609929"/>
            <a:ext cx="3380136" cy="1296743"/>
          </a:xfrm>
          <a:custGeom>
            <a:avLst/>
            <a:gdLst/>
            <a:ahLst/>
            <a:cxnLst/>
            <a:rect l="l" t="t" r="r" b="b"/>
            <a:pathLst>
              <a:path w="3380136" h="1296743">
                <a:moveTo>
                  <a:pt x="0" y="0"/>
                </a:moveTo>
                <a:lnTo>
                  <a:pt x="3380136" y="0"/>
                </a:lnTo>
                <a:lnTo>
                  <a:pt x="3380136" y="1296742"/>
                </a:lnTo>
                <a:lnTo>
                  <a:pt x="0" y="129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V="1">
            <a:off x="15044679" y="0"/>
            <a:ext cx="3104700" cy="3104700"/>
          </a:xfrm>
          <a:custGeom>
            <a:avLst/>
            <a:gdLst/>
            <a:ahLst/>
            <a:cxnLst/>
            <a:rect l="l" t="t" r="r" b="b"/>
            <a:pathLst>
              <a:path w="3104700" h="3104700">
                <a:moveTo>
                  <a:pt x="0" y="3104700"/>
                </a:moveTo>
                <a:lnTo>
                  <a:pt x="3104700" y="3104700"/>
                </a:lnTo>
                <a:lnTo>
                  <a:pt x="3104700" y="0"/>
                </a:lnTo>
                <a:lnTo>
                  <a:pt x="0" y="0"/>
                </a:lnTo>
                <a:lnTo>
                  <a:pt x="0" y="31047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464334" y="1871903"/>
            <a:ext cx="7056334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22427" y="3376011"/>
            <a:ext cx="13882380" cy="419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Log in using the appropriate account role.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Record attendance and deductions for the pay period.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Create payroll and review the computed amounts.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Process the payroll through Draft →  Processsed → Paid.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Seach the employee name in My Payslip.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Generate the payslip and print or save it as PDF.</a:t>
            </a:r>
          </a:p>
          <a:p>
            <a:pPr marL="728691" lvl="1" indent="-364345" algn="l">
              <a:lnSpc>
                <a:spcPts val="4725"/>
              </a:lnSpc>
              <a:buAutoNum type="arabicPeriod"/>
            </a:pPr>
            <a:r>
              <a:rPr lang="en-US" sz="3375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View or print reports or export data to CSV.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19209" y="8609929"/>
            <a:ext cx="3380136" cy="1296743"/>
          </a:xfrm>
          <a:custGeom>
            <a:avLst/>
            <a:gdLst/>
            <a:ahLst/>
            <a:cxnLst/>
            <a:rect l="l" t="t" r="r" b="b"/>
            <a:pathLst>
              <a:path w="3380136" h="1296743">
                <a:moveTo>
                  <a:pt x="0" y="0"/>
                </a:moveTo>
                <a:lnTo>
                  <a:pt x="3380136" y="0"/>
                </a:lnTo>
                <a:lnTo>
                  <a:pt x="3380136" y="1296742"/>
                </a:lnTo>
                <a:lnTo>
                  <a:pt x="0" y="129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183300" y="7124253"/>
            <a:ext cx="3104700" cy="3104700"/>
          </a:xfrm>
          <a:custGeom>
            <a:avLst/>
            <a:gdLst/>
            <a:ahLst/>
            <a:cxnLst/>
            <a:rect l="l" t="t" r="r" b="b"/>
            <a:pathLst>
              <a:path w="3104700" h="3104700">
                <a:moveTo>
                  <a:pt x="0" y="0"/>
                </a:moveTo>
                <a:lnTo>
                  <a:pt x="3104700" y="0"/>
                </a:lnTo>
                <a:lnTo>
                  <a:pt x="3104700" y="3104701"/>
                </a:lnTo>
                <a:lnTo>
                  <a:pt x="0" y="3104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0" y="-19661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3472544"/>
                </a:moveTo>
                <a:lnTo>
                  <a:pt x="0" y="3472544"/>
                </a:lnTo>
                <a:lnTo>
                  <a:pt x="0" y="0"/>
                </a:lnTo>
                <a:lnTo>
                  <a:pt x="3472544" y="0"/>
                </a:lnTo>
                <a:lnTo>
                  <a:pt x="3472544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5136832" y="3021562"/>
            <a:ext cx="7746664" cy="5906273"/>
            <a:chOff x="0" y="0"/>
            <a:chExt cx="1066068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068" cy="812800"/>
            </a:xfrm>
            <a:custGeom>
              <a:avLst/>
              <a:gdLst/>
              <a:ahLst/>
              <a:cxnLst/>
              <a:rect l="l" t="t" r="r" b="b"/>
              <a:pathLst>
                <a:path w="1066068" h="812800">
                  <a:moveTo>
                    <a:pt x="0" y="0"/>
                  </a:moveTo>
                  <a:lnTo>
                    <a:pt x="1066068" y="0"/>
                  </a:lnTo>
                  <a:lnTo>
                    <a:pt x="106606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5888" b="-588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990683" y="1395661"/>
            <a:ext cx="1156190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0112" y="2367211"/>
            <a:ext cx="12887777" cy="38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21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 the correct credentials to access the system, then user the dashboard as the home page.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29019" y="632140"/>
            <a:ext cx="3380136" cy="1296743"/>
          </a:xfrm>
          <a:custGeom>
            <a:avLst/>
            <a:gdLst/>
            <a:ahLst/>
            <a:cxnLst/>
            <a:rect l="l" t="t" r="r" b="b"/>
            <a:pathLst>
              <a:path w="3380136" h="1296743">
                <a:moveTo>
                  <a:pt x="0" y="0"/>
                </a:moveTo>
                <a:lnTo>
                  <a:pt x="3380135" y="0"/>
                </a:lnTo>
                <a:lnTo>
                  <a:pt x="3380135" y="1296743"/>
                </a:lnTo>
                <a:lnTo>
                  <a:pt x="0" y="12967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183300" y="7124253"/>
            <a:ext cx="3104700" cy="3104700"/>
          </a:xfrm>
          <a:custGeom>
            <a:avLst/>
            <a:gdLst/>
            <a:ahLst/>
            <a:cxnLst/>
            <a:rect l="l" t="t" r="r" b="b"/>
            <a:pathLst>
              <a:path w="3104700" h="3104700">
                <a:moveTo>
                  <a:pt x="0" y="0"/>
                </a:moveTo>
                <a:lnTo>
                  <a:pt x="3104700" y="0"/>
                </a:lnTo>
                <a:lnTo>
                  <a:pt x="3104700" y="3104701"/>
                </a:lnTo>
                <a:lnTo>
                  <a:pt x="0" y="3104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4609154" y="3596868"/>
            <a:ext cx="9410817" cy="5246370"/>
            <a:chOff x="0" y="0"/>
            <a:chExt cx="1457982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57982" cy="812800"/>
            </a:xfrm>
            <a:custGeom>
              <a:avLst/>
              <a:gdLst/>
              <a:ahLst/>
              <a:cxnLst/>
              <a:rect l="l" t="t" r="r" b="b"/>
              <a:pathLst>
                <a:path w="1457982" h="812800">
                  <a:moveTo>
                    <a:pt x="0" y="0"/>
                  </a:moveTo>
                  <a:lnTo>
                    <a:pt x="1457982" y="0"/>
                  </a:lnTo>
                  <a:lnTo>
                    <a:pt x="145798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724" b="-72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34664" y="1395661"/>
            <a:ext cx="12159796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0112" y="2367211"/>
            <a:ext cx="12887777" cy="773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21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Employee management is where worker records are stored and maintained, including departments and positions.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774350"/>
            <a:ext cx="18288000" cy="7747462"/>
          </a:xfrm>
          <a:custGeom>
            <a:avLst/>
            <a:gdLst/>
            <a:ahLst/>
            <a:cxnLst/>
            <a:rect l="l" t="t" r="r" b="b"/>
            <a:pathLst>
              <a:path w="18288000" h="7747462">
                <a:moveTo>
                  <a:pt x="0" y="0"/>
                </a:moveTo>
                <a:lnTo>
                  <a:pt x="18288000" y="0"/>
                </a:lnTo>
                <a:lnTo>
                  <a:pt x="18288000" y="7747461"/>
                </a:lnTo>
                <a:lnTo>
                  <a:pt x="0" y="7747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29019" y="632140"/>
            <a:ext cx="3380136" cy="1296743"/>
          </a:xfrm>
          <a:custGeom>
            <a:avLst/>
            <a:gdLst/>
            <a:ahLst/>
            <a:cxnLst/>
            <a:rect l="l" t="t" r="r" b="b"/>
            <a:pathLst>
              <a:path w="3380136" h="1296743">
                <a:moveTo>
                  <a:pt x="0" y="0"/>
                </a:moveTo>
                <a:lnTo>
                  <a:pt x="3380135" y="0"/>
                </a:lnTo>
                <a:lnTo>
                  <a:pt x="3380135" y="1296743"/>
                </a:lnTo>
                <a:lnTo>
                  <a:pt x="0" y="1296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V="1">
            <a:off x="15183300" y="0"/>
            <a:ext cx="3104700" cy="3104700"/>
          </a:xfrm>
          <a:custGeom>
            <a:avLst/>
            <a:gdLst/>
            <a:ahLst/>
            <a:cxnLst/>
            <a:rect l="l" t="t" r="r" b="b"/>
            <a:pathLst>
              <a:path w="3104700" h="3104700">
                <a:moveTo>
                  <a:pt x="0" y="3104700"/>
                </a:moveTo>
                <a:lnTo>
                  <a:pt x="3104700" y="3104700"/>
                </a:lnTo>
                <a:lnTo>
                  <a:pt x="3104700" y="0"/>
                </a:lnTo>
                <a:lnTo>
                  <a:pt x="0" y="0"/>
                </a:lnTo>
                <a:lnTo>
                  <a:pt x="0" y="31047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0" y="6814456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3472544" y="0"/>
                </a:moveTo>
                <a:lnTo>
                  <a:pt x="0" y="0"/>
                </a:lnTo>
                <a:lnTo>
                  <a:pt x="0" y="3472544"/>
                </a:lnTo>
                <a:lnTo>
                  <a:pt x="3472544" y="3472544"/>
                </a:lnTo>
                <a:lnTo>
                  <a:pt x="34725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736272" y="4049826"/>
            <a:ext cx="7128622" cy="4100353"/>
            <a:chOff x="0" y="0"/>
            <a:chExt cx="1413084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3084" cy="812800"/>
            </a:xfrm>
            <a:custGeom>
              <a:avLst/>
              <a:gdLst/>
              <a:ahLst/>
              <a:cxnLst/>
              <a:rect l="l" t="t" r="r" b="b"/>
              <a:pathLst>
                <a:path w="1413084" h="812800">
                  <a:moveTo>
                    <a:pt x="0" y="0"/>
                  </a:moveTo>
                  <a:lnTo>
                    <a:pt x="1413084" y="0"/>
                  </a:lnTo>
                  <a:lnTo>
                    <a:pt x="141308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852" r="-85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74391" y="4049826"/>
            <a:ext cx="7313868" cy="4137744"/>
            <a:chOff x="0" y="0"/>
            <a:chExt cx="1436704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6704" cy="812800"/>
            </a:xfrm>
            <a:custGeom>
              <a:avLst/>
              <a:gdLst/>
              <a:ahLst/>
              <a:cxnLst/>
              <a:rect l="l" t="t" r="r" b="b"/>
              <a:pathLst>
                <a:path w="1436704" h="812800">
                  <a:moveTo>
                    <a:pt x="0" y="0"/>
                  </a:moveTo>
                  <a:lnTo>
                    <a:pt x="1436704" y="0"/>
                  </a:lnTo>
                  <a:lnTo>
                    <a:pt x="143670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-16" r="-1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36272" y="1273245"/>
            <a:ext cx="14851988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PAYROLL REPORTS AND PAYSLIP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00112" y="2367211"/>
            <a:ext cx="12887777" cy="38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3"/>
              </a:lnSpc>
            </a:pPr>
            <a:r>
              <a:rPr lang="en-US" sz="21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Payroll reports shows informations of employess, and payslips allows the user to seach for an employee.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190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5774350"/>
            <a:ext cx="18288000" cy="7747462"/>
          </a:xfrm>
          <a:custGeom>
            <a:avLst/>
            <a:gdLst/>
            <a:ahLst/>
            <a:cxnLst/>
            <a:rect l="l" t="t" r="r" b="b"/>
            <a:pathLst>
              <a:path w="18288000" h="7747462">
                <a:moveTo>
                  <a:pt x="0" y="0"/>
                </a:moveTo>
                <a:lnTo>
                  <a:pt x="18288000" y="0"/>
                </a:lnTo>
                <a:lnTo>
                  <a:pt x="18288000" y="7747461"/>
                </a:lnTo>
                <a:lnTo>
                  <a:pt x="0" y="7747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52350" y="8609929"/>
            <a:ext cx="3380136" cy="1296743"/>
          </a:xfrm>
          <a:custGeom>
            <a:avLst/>
            <a:gdLst/>
            <a:ahLst/>
            <a:cxnLst/>
            <a:rect l="l" t="t" r="r" b="b"/>
            <a:pathLst>
              <a:path w="3380136" h="1296743">
                <a:moveTo>
                  <a:pt x="0" y="0"/>
                </a:moveTo>
                <a:lnTo>
                  <a:pt x="3380136" y="0"/>
                </a:lnTo>
                <a:lnTo>
                  <a:pt x="3380136" y="1296742"/>
                </a:lnTo>
                <a:lnTo>
                  <a:pt x="0" y="12967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0" y="0"/>
            <a:ext cx="3104700" cy="3104700"/>
          </a:xfrm>
          <a:custGeom>
            <a:avLst/>
            <a:gdLst/>
            <a:ahLst/>
            <a:cxnLst/>
            <a:rect l="l" t="t" r="r" b="b"/>
            <a:pathLst>
              <a:path w="3104700" h="3104700">
                <a:moveTo>
                  <a:pt x="3104700" y="3104700"/>
                </a:moveTo>
                <a:lnTo>
                  <a:pt x="0" y="3104700"/>
                </a:lnTo>
                <a:lnTo>
                  <a:pt x="0" y="0"/>
                </a:lnTo>
                <a:lnTo>
                  <a:pt x="3104700" y="0"/>
                </a:lnTo>
                <a:lnTo>
                  <a:pt x="3104700" y="31047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V="1">
            <a:off x="14815456" y="0"/>
            <a:ext cx="3472544" cy="3472544"/>
          </a:xfrm>
          <a:custGeom>
            <a:avLst/>
            <a:gdLst/>
            <a:ahLst/>
            <a:cxnLst/>
            <a:rect l="l" t="t" r="r" b="b"/>
            <a:pathLst>
              <a:path w="3472544" h="3472544">
                <a:moveTo>
                  <a:pt x="0" y="3472544"/>
                </a:moveTo>
                <a:lnTo>
                  <a:pt x="3472544" y="3472544"/>
                </a:lnTo>
                <a:lnTo>
                  <a:pt x="3472544" y="0"/>
                </a:lnTo>
                <a:lnTo>
                  <a:pt x="0" y="0"/>
                </a:lnTo>
                <a:lnTo>
                  <a:pt x="0" y="347254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368428" y="2051522"/>
            <a:ext cx="15183300" cy="232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43"/>
              </a:lnSpc>
            </a:pPr>
            <a:r>
              <a:rPr lang="en-US" sz="13531">
                <a:solidFill>
                  <a:srgbClr val="FFFFFF"/>
                </a:solidFill>
                <a:latin typeface="Michroma"/>
                <a:ea typeface="Michroma"/>
                <a:cs typeface="Michroma"/>
                <a:sym typeface="Michroma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07654" y="4863821"/>
            <a:ext cx="10704849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Justin </a:t>
            </a: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Manzano - Programmer 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Kurt </a:t>
            </a:r>
            <a:r>
              <a:rPr lang="en-US" sz="3000" dirty="0" err="1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Bensurto</a:t>
            </a: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 - UI/UX Designer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Juan Miguel Ramos - Tester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John Elias Aguilar - Documentation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John Paul </a:t>
            </a:r>
            <a:r>
              <a:rPr lang="en-US" sz="3000" dirty="0" err="1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Guiruela</a:t>
            </a:r>
            <a:r>
              <a:rPr lang="en-US" sz="3000" dirty="0">
                <a:solidFill>
                  <a:srgbClr val="FFFFFF"/>
                </a:solidFill>
                <a:latin typeface="Petrona"/>
                <a:ea typeface="Petrona"/>
                <a:cs typeface="Petrona"/>
                <a:sym typeface="Petrona"/>
              </a:rPr>
              <a:t> -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Microsoft Office PowerPoint</Application>
  <PresentationFormat>Custom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Lexend Exa</vt:lpstr>
      <vt:lpstr>Michroma</vt:lpstr>
      <vt:lpstr>Calibri</vt:lpstr>
      <vt:lpstr>Arial Bold</vt:lpstr>
      <vt:lpstr>Arial</vt:lpstr>
      <vt:lpstr>Petrona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Gradient Geometric Creative Project Presentation</dc:title>
  <cp:lastModifiedBy>MANZANO JUSTIN SABIO</cp:lastModifiedBy>
  <cp:revision>2</cp:revision>
  <dcterms:created xsi:type="dcterms:W3CDTF">2006-08-16T00:00:00Z</dcterms:created>
  <dcterms:modified xsi:type="dcterms:W3CDTF">2026-10-11T16:12:49Z</dcterms:modified>
  <dc:identifier>DAHXJtSkuXI</dc:identifier>
</cp:coreProperties>
</file>